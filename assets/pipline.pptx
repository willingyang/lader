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256" r:id="rId2"/>
  </p:sldIdLst>
  <p:sldSz cx="11160125" cy="467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7D32"/>
    <a:srgbClr val="D97706"/>
    <a:srgbClr val="FFDDDD"/>
    <a:srgbClr val="548235"/>
    <a:srgbClr val="FFFFFF"/>
    <a:srgbClr val="FD898A"/>
    <a:srgbClr val="665FED"/>
    <a:srgbClr val="C3C0F8"/>
    <a:srgbClr val="FF5757"/>
    <a:srgbClr val="5048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144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0D9647-CF2A-4F29-B89F-156B094E9C25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249238" y="1143000"/>
            <a:ext cx="73564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CB6A7-46C8-4430-9025-AF46B2837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564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43702" rtl="0" eaLnBrk="1" latinLnBrk="0" hangingPunct="1">
      <a:defRPr sz="976" kern="1200">
        <a:solidFill>
          <a:schemeClr val="tx1"/>
        </a:solidFill>
        <a:latin typeface="+mn-lt"/>
        <a:ea typeface="+mn-ea"/>
        <a:cs typeface="+mn-cs"/>
      </a:defRPr>
    </a:lvl1pPr>
    <a:lvl2pPr marL="371851" algn="l" defTabSz="743702" rtl="0" eaLnBrk="1" latinLnBrk="0" hangingPunct="1">
      <a:defRPr sz="976" kern="1200">
        <a:solidFill>
          <a:schemeClr val="tx1"/>
        </a:solidFill>
        <a:latin typeface="+mn-lt"/>
        <a:ea typeface="+mn-ea"/>
        <a:cs typeface="+mn-cs"/>
      </a:defRPr>
    </a:lvl2pPr>
    <a:lvl3pPr marL="743702" algn="l" defTabSz="743702" rtl="0" eaLnBrk="1" latinLnBrk="0" hangingPunct="1">
      <a:defRPr sz="976" kern="1200">
        <a:solidFill>
          <a:schemeClr val="tx1"/>
        </a:solidFill>
        <a:latin typeface="+mn-lt"/>
        <a:ea typeface="+mn-ea"/>
        <a:cs typeface="+mn-cs"/>
      </a:defRPr>
    </a:lvl3pPr>
    <a:lvl4pPr marL="1115554" algn="l" defTabSz="743702" rtl="0" eaLnBrk="1" latinLnBrk="0" hangingPunct="1">
      <a:defRPr sz="976" kern="1200">
        <a:solidFill>
          <a:schemeClr val="tx1"/>
        </a:solidFill>
        <a:latin typeface="+mn-lt"/>
        <a:ea typeface="+mn-ea"/>
        <a:cs typeface="+mn-cs"/>
      </a:defRPr>
    </a:lvl4pPr>
    <a:lvl5pPr marL="1487405" algn="l" defTabSz="743702" rtl="0" eaLnBrk="1" latinLnBrk="0" hangingPunct="1">
      <a:defRPr sz="976" kern="1200">
        <a:solidFill>
          <a:schemeClr val="tx1"/>
        </a:solidFill>
        <a:latin typeface="+mn-lt"/>
        <a:ea typeface="+mn-ea"/>
        <a:cs typeface="+mn-cs"/>
      </a:defRPr>
    </a:lvl5pPr>
    <a:lvl6pPr marL="1859255" algn="l" defTabSz="743702" rtl="0" eaLnBrk="1" latinLnBrk="0" hangingPunct="1">
      <a:defRPr sz="976" kern="1200">
        <a:solidFill>
          <a:schemeClr val="tx1"/>
        </a:solidFill>
        <a:latin typeface="+mn-lt"/>
        <a:ea typeface="+mn-ea"/>
        <a:cs typeface="+mn-cs"/>
      </a:defRPr>
    </a:lvl6pPr>
    <a:lvl7pPr marL="2231106" algn="l" defTabSz="743702" rtl="0" eaLnBrk="1" latinLnBrk="0" hangingPunct="1">
      <a:defRPr sz="976" kern="1200">
        <a:solidFill>
          <a:schemeClr val="tx1"/>
        </a:solidFill>
        <a:latin typeface="+mn-lt"/>
        <a:ea typeface="+mn-ea"/>
        <a:cs typeface="+mn-cs"/>
      </a:defRPr>
    </a:lvl7pPr>
    <a:lvl8pPr marL="2602957" algn="l" defTabSz="743702" rtl="0" eaLnBrk="1" latinLnBrk="0" hangingPunct="1">
      <a:defRPr sz="976" kern="1200">
        <a:solidFill>
          <a:schemeClr val="tx1"/>
        </a:solidFill>
        <a:latin typeface="+mn-lt"/>
        <a:ea typeface="+mn-ea"/>
        <a:cs typeface="+mn-cs"/>
      </a:defRPr>
    </a:lvl8pPr>
    <a:lvl9pPr marL="2974809" algn="l" defTabSz="743702" rtl="0" eaLnBrk="1" latinLnBrk="0" hangingPunct="1">
      <a:defRPr sz="9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49238" y="1143000"/>
            <a:ext cx="735647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CB6A7-46C8-4430-9025-AF46B2837F4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16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5016" y="765909"/>
            <a:ext cx="8370094" cy="1629316"/>
          </a:xfrm>
        </p:spPr>
        <p:txBody>
          <a:bodyPr anchor="b"/>
          <a:lstStyle>
            <a:lvl1pPr algn="ctr">
              <a:defRPr sz="409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5016" y="2458058"/>
            <a:ext cx="8370094" cy="1129904"/>
          </a:xfrm>
        </p:spPr>
        <p:txBody>
          <a:bodyPr/>
          <a:lstStyle>
            <a:lvl1pPr marL="0" indent="0" algn="ctr">
              <a:buNone/>
              <a:defRPr sz="1638"/>
            </a:lvl1pPr>
            <a:lvl2pPr marL="311993" indent="0" algn="ctr">
              <a:buNone/>
              <a:defRPr sz="1365"/>
            </a:lvl2pPr>
            <a:lvl3pPr marL="623987" indent="0" algn="ctr">
              <a:buNone/>
              <a:defRPr sz="1228"/>
            </a:lvl3pPr>
            <a:lvl4pPr marL="935980" indent="0" algn="ctr">
              <a:buNone/>
              <a:defRPr sz="1092"/>
            </a:lvl4pPr>
            <a:lvl5pPr marL="1247973" indent="0" algn="ctr">
              <a:buNone/>
              <a:defRPr sz="1092"/>
            </a:lvl5pPr>
            <a:lvl6pPr marL="1559966" indent="0" algn="ctr">
              <a:buNone/>
              <a:defRPr sz="1092"/>
            </a:lvl6pPr>
            <a:lvl7pPr marL="1871960" indent="0" algn="ctr">
              <a:buNone/>
              <a:defRPr sz="1092"/>
            </a:lvl7pPr>
            <a:lvl8pPr marL="2183953" indent="0" algn="ctr">
              <a:buNone/>
              <a:defRPr sz="1092"/>
            </a:lvl8pPr>
            <a:lvl9pPr marL="2495946" indent="0" algn="ctr">
              <a:buNone/>
              <a:defRPr sz="109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4CAC4-FC27-4D5B-AF5C-871FBF731F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0BC7B-FC80-45FD-BB03-307A679D1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81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4CAC4-FC27-4D5B-AF5C-871FBF731F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0BC7B-FC80-45FD-BB03-307A679D1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575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446" y="1166738"/>
            <a:ext cx="9625608" cy="1946729"/>
          </a:xfrm>
        </p:spPr>
        <p:txBody>
          <a:bodyPr anchor="b"/>
          <a:lstStyle>
            <a:lvl1pPr>
              <a:defRPr sz="409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446" y="3131884"/>
            <a:ext cx="9625608" cy="1023739"/>
          </a:xfrm>
        </p:spPr>
        <p:txBody>
          <a:bodyPr/>
          <a:lstStyle>
            <a:lvl1pPr marL="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1pPr>
            <a:lvl2pPr marL="311993" indent="0">
              <a:buNone/>
              <a:defRPr sz="1365">
                <a:solidFill>
                  <a:schemeClr val="tx1">
                    <a:tint val="75000"/>
                  </a:schemeClr>
                </a:solidFill>
              </a:defRPr>
            </a:lvl2pPr>
            <a:lvl3pPr marL="623987" indent="0">
              <a:buNone/>
              <a:defRPr sz="1228">
                <a:solidFill>
                  <a:schemeClr val="tx1">
                    <a:tint val="75000"/>
                  </a:schemeClr>
                </a:solidFill>
              </a:defRPr>
            </a:lvl3pPr>
            <a:lvl4pPr marL="935980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4pPr>
            <a:lvl5pPr marL="1247973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5pPr>
            <a:lvl6pPr marL="1559966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6pPr>
            <a:lvl7pPr marL="1871960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7pPr>
            <a:lvl8pPr marL="2183953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8pPr>
            <a:lvl9pPr marL="2495946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4CAC4-FC27-4D5B-AF5C-871FBF731F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0BC7B-FC80-45FD-BB03-307A679D1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037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7259" y="1245820"/>
            <a:ext cx="4743053" cy="29693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9813" y="1245820"/>
            <a:ext cx="4743053" cy="29693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4CAC4-FC27-4D5B-AF5C-871FBF731F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0BC7B-FC80-45FD-BB03-307A679D1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090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2" y="249164"/>
            <a:ext cx="9625608" cy="90457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712" y="1147238"/>
            <a:ext cx="4721256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712" y="1709482"/>
            <a:ext cx="4721256" cy="25143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49813" y="1147238"/>
            <a:ext cx="4744507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49813" y="1709482"/>
            <a:ext cx="4744507" cy="25143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4CAC4-FC27-4D5B-AF5C-871FBF731F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0BC7B-FC80-45FD-BB03-307A679D1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59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4CAC4-FC27-4D5B-AF5C-871FBF731F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0BC7B-FC80-45FD-BB03-307A679D1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658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4CAC4-FC27-4D5B-AF5C-871FBF731F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0BC7B-FC80-45FD-BB03-307A679D1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379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3" y="311997"/>
            <a:ext cx="3599430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4507" y="673826"/>
            <a:ext cx="5649813" cy="3325798"/>
          </a:xfrm>
        </p:spPr>
        <p:txBody>
          <a:bodyPr/>
          <a:lstStyle>
            <a:lvl1pPr>
              <a:defRPr sz="2184"/>
            </a:lvl1pPr>
            <a:lvl2pPr>
              <a:defRPr sz="1911"/>
            </a:lvl2pPr>
            <a:lvl3pPr>
              <a:defRPr sz="1638"/>
            </a:lvl3pPr>
            <a:lvl4pPr>
              <a:defRPr sz="1365"/>
            </a:lvl4pPr>
            <a:lvl5pPr>
              <a:defRPr sz="1365"/>
            </a:lvl5pPr>
            <a:lvl6pPr>
              <a:defRPr sz="1365"/>
            </a:lvl6pPr>
            <a:lvl7pPr>
              <a:defRPr sz="1365"/>
            </a:lvl7pPr>
            <a:lvl8pPr>
              <a:defRPr sz="1365"/>
            </a:lvl8pPr>
            <a:lvl9pPr>
              <a:defRPr sz="136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713" y="1403985"/>
            <a:ext cx="3599430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4CAC4-FC27-4D5B-AF5C-871FBF731F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0BC7B-FC80-45FD-BB03-307A679D1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953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3" y="311997"/>
            <a:ext cx="3599430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44507" y="673826"/>
            <a:ext cx="5649813" cy="3325798"/>
          </a:xfrm>
        </p:spPr>
        <p:txBody>
          <a:bodyPr anchor="t"/>
          <a:lstStyle>
            <a:lvl1pPr marL="0" indent="0">
              <a:buNone/>
              <a:defRPr sz="2184"/>
            </a:lvl1pPr>
            <a:lvl2pPr marL="311993" indent="0">
              <a:buNone/>
              <a:defRPr sz="1911"/>
            </a:lvl2pPr>
            <a:lvl3pPr marL="623987" indent="0">
              <a:buNone/>
              <a:defRPr sz="1638"/>
            </a:lvl3pPr>
            <a:lvl4pPr marL="935980" indent="0">
              <a:buNone/>
              <a:defRPr sz="1365"/>
            </a:lvl4pPr>
            <a:lvl5pPr marL="1247973" indent="0">
              <a:buNone/>
              <a:defRPr sz="1365"/>
            </a:lvl5pPr>
            <a:lvl6pPr marL="1559966" indent="0">
              <a:buNone/>
              <a:defRPr sz="1365"/>
            </a:lvl6pPr>
            <a:lvl7pPr marL="1871960" indent="0">
              <a:buNone/>
              <a:defRPr sz="1365"/>
            </a:lvl7pPr>
            <a:lvl8pPr marL="2183953" indent="0">
              <a:buNone/>
              <a:defRPr sz="1365"/>
            </a:lvl8pPr>
            <a:lvl9pPr marL="2495946" indent="0">
              <a:buNone/>
              <a:defRPr sz="136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713" y="1403985"/>
            <a:ext cx="3599430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4CAC4-FC27-4D5B-AF5C-871FBF731F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0BC7B-FC80-45FD-BB03-307A679D1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406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4CAC4-FC27-4D5B-AF5C-871FBF731F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0BC7B-FC80-45FD-BB03-307A679D1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570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86464" y="249164"/>
            <a:ext cx="2406402" cy="396604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7259" y="249164"/>
            <a:ext cx="7079704" cy="396604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4CAC4-FC27-4D5B-AF5C-871FBF731F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0BC7B-FC80-45FD-BB03-307A679D1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170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7259" y="249164"/>
            <a:ext cx="9625608" cy="904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7259" y="1245820"/>
            <a:ext cx="9625608" cy="2969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259" y="4337621"/>
            <a:ext cx="2511028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4CAC4-FC27-4D5B-AF5C-871FBF731F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96792" y="4337621"/>
            <a:ext cx="3766542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1838" y="4337621"/>
            <a:ext cx="2511028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0BC7B-FC80-45FD-BB03-307A679D1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957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23987" rtl="0" eaLnBrk="1" latinLnBrk="0" hangingPunct="1">
        <a:lnSpc>
          <a:spcPct val="90000"/>
        </a:lnSpc>
        <a:spcBef>
          <a:spcPct val="0"/>
        </a:spcBef>
        <a:buNone/>
        <a:defRPr sz="30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997" indent="-155997" algn="l" defTabSz="623987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1pPr>
      <a:lvl2pPr marL="46799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638" kern="1200">
          <a:solidFill>
            <a:schemeClr val="tx1"/>
          </a:solidFill>
          <a:latin typeface="+mn-lt"/>
          <a:ea typeface="+mn-ea"/>
          <a:cs typeface="+mn-cs"/>
        </a:defRPr>
      </a:lvl2pPr>
      <a:lvl3pPr marL="77998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365" kern="1200">
          <a:solidFill>
            <a:schemeClr val="tx1"/>
          </a:solidFill>
          <a:latin typeface="+mn-lt"/>
          <a:ea typeface="+mn-ea"/>
          <a:cs typeface="+mn-cs"/>
        </a:defRPr>
      </a:lvl3pPr>
      <a:lvl4pPr marL="109197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40397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71596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202795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33995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65194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1pPr>
      <a:lvl2pPr marL="31199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2pPr>
      <a:lvl3pPr marL="623987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3pPr>
      <a:lvl4pPr marL="93598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24797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55996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187196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18395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49594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2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1.jpg"/><Relationship Id="rId9" Type="http://schemas.openxmlformats.org/officeDocument/2006/relationships/image" Target="../media/image3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65C54DD7-4D73-CD7F-B745-BDAF880C2957}"/>
              </a:ext>
            </a:extLst>
          </p:cNvPr>
          <p:cNvSpPr/>
          <p:nvPr/>
        </p:nvSpPr>
        <p:spPr>
          <a:xfrm>
            <a:off x="116906" y="165229"/>
            <a:ext cx="2385273" cy="4348087"/>
          </a:xfrm>
          <a:custGeom>
            <a:avLst/>
            <a:gdLst>
              <a:gd name="connsiteX0" fmla="*/ 2052320 w 2133600"/>
              <a:gd name="connsiteY0" fmla="*/ 0 h 4673599"/>
              <a:gd name="connsiteX1" fmla="*/ 2133600 w 2133600"/>
              <a:gd name="connsiteY1" fmla="*/ 81280 h 4673599"/>
              <a:gd name="connsiteX2" fmla="*/ 2133600 w 2133600"/>
              <a:gd name="connsiteY2" fmla="*/ 4592320 h 4673599"/>
              <a:gd name="connsiteX3" fmla="*/ 2052320 w 2133600"/>
              <a:gd name="connsiteY3" fmla="*/ 4673600 h 4673599"/>
              <a:gd name="connsiteX4" fmla="*/ 81280 w 2133600"/>
              <a:gd name="connsiteY4" fmla="*/ 4673600 h 4673599"/>
              <a:gd name="connsiteX5" fmla="*/ 0 w 2133600"/>
              <a:gd name="connsiteY5" fmla="*/ 4592320 h 4673599"/>
              <a:gd name="connsiteX6" fmla="*/ 0 w 2133600"/>
              <a:gd name="connsiteY6" fmla="*/ 81280 h 4673599"/>
              <a:gd name="connsiteX7" fmla="*/ 81280 w 2133600"/>
              <a:gd name="connsiteY7" fmla="*/ 0 h 467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33600" h="4673599">
                <a:moveTo>
                  <a:pt x="2052320" y="0"/>
                </a:moveTo>
                <a:cubicBezTo>
                  <a:pt x="2097210" y="0"/>
                  <a:pt x="2133600" y="36390"/>
                  <a:pt x="2133600" y="81280"/>
                </a:cubicBezTo>
                <a:lnTo>
                  <a:pt x="2133600" y="4592320"/>
                </a:lnTo>
                <a:cubicBezTo>
                  <a:pt x="2133600" y="4637210"/>
                  <a:pt x="2097210" y="4673600"/>
                  <a:pt x="2052320" y="4673600"/>
                </a:cubicBezTo>
                <a:lnTo>
                  <a:pt x="81280" y="4673600"/>
                </a:lnTo>
                <a:cubicBezTo>
                  <a:pt x="36390" y="4673600"/>
                  <a:pt x="0" y="4637210"/>
                  <a:pt x="0" y="4592320"/>
                </a:cubicBezTo>
                <a:lnTo>
                  <a:pt x="0" y="81280"/>
                </a:lnTo>
                <a:cubicBezTo>
                  <a:pt x="0" y="36390"/>
                  <a:pt x="36390" y="0"/>
                  <a:pt x="81280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1151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9" name="直接箭头连接符 528">
            <a:extLst>
              <a:ext uri="{FF2B5EF4-FFF2-40B4-BE49-F238E27FC236}">
                <a16:creationId xmlns:a16="http://schemas.microsoft.com/office/drawing/2014/main" id="{262A21B7-B654-FDEA-F51D-709C8260FAE0}"/>
              </a:ext>
            </a:extLst>
          </p:cNvPr>
          <p:cNvCxnSpPr>
            <a:cxnSpLocks/>
          </p:cNvCxnSpPr>
          <p:nvPr/>
        </p:nvCxnSpPr>
        <p:spPr>
          <a:xfrm>
            <a:off x="1835552" y="4279910"/>
            <a:ext cx="33501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7" name="直接连接符 376">
            <a:extLst>
              <a:ext uri="{FF2B5EF4-FFF2-40B4-BE49-F238E27FC236}">
                <a16:creationId xmlns:a16="http://schemas.microsoft.com/office/drawing/2014/main" id="{72CBAA79-2241-C879-49AF-4AAA069F07FD}"/>
              </a:ext>
            </a:extLst>
          </p:cNvPr>
          <p:cNvCxnSpPr>
            <a:cxnSpLocks/>
          </p:cNvCxnSpPr>
          <p:nvPr/>
        </p:nvCxnSpPr>
        <p:spPr>
          <a:xfrm>
            <a:off x="1293899" y="3941840"/>
            <a:ext cx="0" cy="330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任意多边形: 形状 421">
            <a:extLst>
              <a:ext uri="{FF2B5EF4-FFF2-40B4-BE49-F238E27FC236}">
                <a16:creationId xmlns:a16="http://schemas.microsoft.com/office/drawing/2014/main" id="{D3B3F965-D52F-C91B-F237-9230B69CDED0}"/>
              </a:ext>
            </a:extLst>
          </p:cNvPr>
          <p:cNvSpPr/>
          <p:nvPr/>
        </p:nvSpPr>
        <p:spPr>
          <a:xfrm>
            <a:off x="8642660" y="3407330"/>
            <a:ext cx="2398818" cy="1127887"/>
          </a:xfrm>
          <a:custGeom>
            <a:avLst/>
            <a:gdLst>
              <a:gd name="connsiteX0" fmla="*/ 2187787 w 2269066"/>
              <a:gd name="connsiteY0" fmla="*/ 0 h 3522133"/>
              <a:gd name="connsiteX1" fmla="*/ 2269067 w 2269066"/>
              <a:gd name="connsiteY1" fmla="*/ 81280 h 3522133"/>
              <a:gd name="connsiteX2" fmla="*/ 2269067 w 2269066"/>
              <a:gd name="connsiteY2" fmla="*/ 3440853 h 3522133"/>
              <a:gd name="connsiteX3" fmla="*/ 2187787 w 2269066"/>
              <a:gd name="connsiteY3" fmla="*/ 3522133 h 3522133"/>
              <a:gd name="connsiteX4" fmla="*/ 81280 w 2269066"/>
              <a:gd name="connsiteY4" fmla="*/ 3522133 h 3522133"/>
              <a:gd name="connsiteX5" fmla="*/ 0 w 2269066"/>
              <a:gd name="connsiteY5" fmla="*/ 3440853 h 3522133"/>
              <a:gd name="connsiteX6" fmla="*/ 0 w 2269066"/>
              <a:gd name="connsiteY6" fmla="*/ 81280 h 3522133"/>
              <a:gd name="connsiteX7" fmla="*/ 81280 w 2269066"/>
              <a:gd name="connsiteY7" fmla="*/ 0 h 3522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69066" h="3522133">
                <a:moveTo>
                  <a:pt x="2187787" y="0"/>
                </a:moveTo>
                <a:cubicBezTo>
                  <a:pt x="2232677" y="0"/>
                  <a:pt x="2269067" y="36390"/>
                  <a:pt x="2269067" y="81280"/>
                </a:cubicBezTo>
                <a:lnTo>
                  <a:pt x="2269067" y="3440853"/>
                </a:lnTo>
                <a:cubicBezTo>
                  <a:pt x="2269067" y="3485743"/>
                  <a:pt x="2232677" y="3522133"/>
                  <a:pt x="2187787" y="3522133"/>
                </a:cubicBezTo>
                <a:lnTo>
                  <a:pt x="81280" y="3522133"/>
                </a:lnTo>
                <a:cubicBezTo>
                  <a:pt x="36390" y="3522133"/>
                  <a:pt x="0" y="3485743"/>
                  <a:pt x="0" y="3440853"/>
                </a:cubicBezTo>
                <a:lnTo>
                  <a:pt x="0" y="81280"/>
                </a:lnTo>
                <a:cubicBezTo>
                  <a:pt x="0" y="36390"/>
                  <a:pt x="36390" y="0"/>
                  <a:pt x="8128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01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任意多边形: 形状 69">
            <a:extLst>
              <a:ext uri="{FF2B5EF4-FFF2-40B4-BE49-F238E27FC236}">
                <a16:creationId xmlns:a16="http://schemas.microsoft.com/office/drawing/2014/main" id="{1B1FE7CA-2003-609A-FE8C-600A26FEC918}"/>
              </a:ext>
            </a:extLst>
          </p:cNvPr>
          <p:cNvSpPr/>
          <p:nvPr/>
        </p:nvSpPr>
        <p:spPr>
          <a:xfrm>
            <a:off x="2691183" y="165229"/>
            <a:ext cx="2752694" cy="4348086"/>
          </a:xfrm>
          <a:custGeom>
            <a:avLst/>
            <a:gdLst>
              <a:gd name="connsiteX0" fmla="*/ 2187787 w 2269066"/>
              <a:gd name="connsiteY0" fmla="*/ 0 h 3522133"/>
              <a:gd name="connsiteX1" fmla="*/ 2269067 w 2269066"/>
              <a:gd name="connsiteY1" fmla="*/ 81280 h 3522133"/>
              <a:gd name="connsiteX2" fmla="*/ 2269067 w 2269066"/>
              <a:gd name="connsiteY2" fmla="*/ 3440853 h 3522133"/>
              <a:gd name="connsiteX3" fmla="*/ 2187787 w 2269066"/>
              <a:gd name="connsiteY3" fmla="*/ 3522133 h 3522133"/>
              <a:gd name="connsiteX4" fmla="*/ 81280 w 2269066"/>
              <a:gd name="connsiteY4" fmla="*/ 3522133 h 3522133"/>
              <a:gd name="connsiteX5" fmla="*/ 0 w 2269066"/>
              <a:gd name="connsiteY5" fmla="*/ 3440853 h 3522133"/>
              <a:gd name="connsiteX6" fmla="*/ 0 w 2269066"/>
              <a:gd name="connsiteY6" fmla="*/ 81280 h 3522133"/>
              <a:gd name="connsiteX7" fmla="*/ 81280 w 2269066"/>
              <a:gd name="connsiteY7" fmla="*/ 0 h 3522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69066" h="3522133">
                <a:moveTo>
                  <a:pt x="2187787" y="0"/>
                </a:moveTo>
                <a:cubicBezTo>
                  <a:pt x="2232677" y="0"/>
                  <a:pt x="2269067" y="36390"/>
                  <a:pt x="2269067" y="81280"/>
                </a:cubicBezTo>
                <a:lnTo>
                  <a:pt x="2269067" y="3440853"/>
                </a:lnTo>
                <a:cubicBezTo>
                  <a:pt x="2269067" y="3485743"/>
                  <a:pt x="2232677" y="3522133"/>
                  <a:pt x="2187787" y="3522133"/>
                </a:cubicBezTo>
                <a:lnTo>
                  <a:pt x="81280" y="3522133"/>
                </a:lnTo>
                <a:cubicBezTo>
                  <a:pt x="36390" y="3522133"/>
                  <a:pt x="0" y="3485743"/>
                  <a:pt x="0" y="3440853"/>
                </a:cubicBezTo>
                <a:lnTo>
                  <a:pt x="0" y="81280"/>
                </a:lnTo>
                <a:cubicBezTo>
                  <a:pt x="0" y="36390"/>
                  <a:pt x="36390" y="0"/>
                  <a:pt x="8128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97000"/>
            </a:schemeClr>
          </a:solidFill>
          <a:ln w="101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3" name="直接连接符 362">
            <a:extLst>
              <a:ext uri="{FF2B5EF4-FFF2-40B4-BE49-F238E27FC236}">
                <a16:creationId xmlns:a16="http://schemas.microsoft.com/office/drawing/2014/main" id="{96692910-F6CA-0B56-EC3C-D836A3731307}"/>
              </a:ext>
            </a:extLst>
          </p:cNvPr>
          <p:cNvCxnSpPr>
            <a:cxnSpLocks/>
          </p:cNvCxnSpPr>
          <p:nvPr/>
        </p:nvCxnSpPr>
        <p:spPr>
          <a:xfrm>
            <a:off x="4097337" y="2113508"/>
            <a:ext cx="0" cy="1615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4A182353-7716-1CE9-CC4D-8E4F30C85611}"/>
              </a:ext>
            </a:extLst>
          </p:cNvPr>
          <p:cNvSpPr/>
          <p:nvPr/>
        </p:nvSpPr>
        <p:spPr>
          <a:xfrm>
            <a:off x="331725" y="273552"/>
            <a:ext cx="243462" cy="243462"/>
          </a:xfrm>
          <a:custGeom>
            <a:avLst/>
            <a:gdLst>
              <a:gd name="connsiteX0" fmla="*/ 230293 w 230293"/>
              <a:gd name="connsiteY0" fmla="*/ 115147 h 230293"/>
              <a:gd name="connsiteX1" fmla="*/ 115147 w 230293"/>
              <a:gd name="connsiteY1" fmla="*/ 230293 h 230293"/>
              <a:gd name="connsiteX2" fmla="*/ 0 w 230293"/>
              <a:gd name="connsiteY2" fmla="*/ 115147 h 230293"/>
              <a:gd name="connsiteX3" fmla="*/ 115147 w 230293"/>
              <a:gd name="connsiteY3" fmla="*/ 0 h 230293"/>
              <a:gd name="connsiteX4" fmla="*/ 230293 w 230293"/>
              <a:gd name="connsiteY4" fmla="*/ 115147 h 230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293" h="230293">
                <a:moveTo>
                  <a:pt x="230293" y="115147"/>
                </a:moveTo>
                <a:cubicBezTo>
                  <a:pt x="230293" y="178740"/>
                  <a:pt x="178740" y="230293"/>
                  <a:pt x="115147" y="230293"/>
                </a:cubicBezTo>
                <a:cubicBezTo>
                  <a:pt x="51553" y="230293"/>
                  <a:pt x="0" y="178740"/>
                  <a:pt x="0" y="115147"/>
                </a:cubicBezTo>
                <a:cubicBezTo>
                  <a:pt x="0" y="51553"/>
                  <a:pt x="51553" y="0"/>
                  <a:pt x="115147" y="0"/>
                </a:cubicBezTo>
                <a:cubicBezTo>
                  <a:pt x="178740" y="0"/>
                  <a:pt x="230293" y="51553"/>
                  <a:pt x="230293" y="115147"/>
                </a:cubicBezTo>
                <a:close/>
              </a:path>
            </a:pathLst>
          </a:custGeom>
          <a:solidFill>
            <a:srgbClr val="2454A6"/>
          </a:solidFill>
          <a:ln w="677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014AA79-665A-B234-A623-9678D01DE1C7}"/>
              </a:ext>
            </a:extLst>
          </p:cNvPr>
          <p:cNvSpPr txBox="1"/>
          <p:nvPr/>
        </p:nvSpPr>
        <p:spPr>
          <a:xfrm>
            <a:off x="324992" y="260266"/>
            <a:ext cx="280846" cy="32316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500" b="1" dirty="0">
                <a:ln/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1</a:t>
            </a: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B9E66EF0-B955-1362-1D02-4E2C8EF0249E}"/>
              </a:ext>
            </a:extLst>
          </p:cNvPr>
          <p:cNvSpPr/>
          <p:nvPr/>
        </p:nvSpPr>
        <p:spPr>
          <a:xfrm>
            <a:off x="263080" y="714061"/>
            <a:ext cx="2040786" cy="1152003"/>
          </a:xfrm>
          <a:custGeom>
            <a:avLst/>
            <a:gdLst>
              <a:gd name="connsiteX0" fmla="*/ 1862667 w 1930400"/>
              <a:gd name="connsiteY0" fmla="*/ 0 h 1286933"/>
              <a:gd name="connsiteX1" fmla="*/ 1930400 w 1930400"/>
              <a:gd name="connsiteY1" fmla="*/ 67733 h 1286933"/>
              <a:gd name="connsiteX2" fmla="*/ 1930400 w 1930400"/>
              <a:gd name="connsiteY2" fmla="*/ 1219200 h 1286933"/>
              <a:gd name="connsiteX3" fmla="*/ 1862667 w 1930400"/>
              <a:gd name="connsiteY3" fmla="*/ 1286933 h 1286933"/>
              <a:gd name="connsiteX4" fmla="*/ 67733 w 1930400"/>
              <a:gd name="connsiteY4" fmla="*/ 1286933 h 1286933"/>
              <a:gd name="connsiteX5" fmla="*/ 0 w 1930400"/>
              <a:gd name="connsiteY5" fmla="*/ 1219200 h 1286933"/>
              <a:gd name="connsiteX6" fmla="*/ 0 w 1930400"/>
              <a:gd name="connsiteY6" fmla="*/ 67733 h 1286933"/>
              <a:gd name="connsiteX7" fmla="*/ 67733 w 1930400"/>
              <a:gd name="connsiteY7" fmla="*/ 0 h 1286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0400" h="1286933">
                <a:moveTo>
                  <a:pt x="1862667" y="0"/>
                </a:moveTo>
                <a:cubicBezTo>
                  <a:pt x="1900075" y="0"/>
                  <a:pt x="1930400" y="30325"/>
                  <a:pt x="1930400" y="67733"/>
                </a:cubicBezTo>
                <a:lnTo>
                  <a:pt x="1930400" y="1219200"/>
                </a:lnTo>
                <a:cubicBezTo>
                  <a:pt x="1930400" y="1256608"/>
                  <a:pt x="1900075" y="1286933"/>
                  <a:pt x="1862667" y="1286933"/>
                </a:cubicBezTo>
                <a:lnTo>
                  <a:pt x="67733" y="1286933"/>
                </a:lnTo>
                <a:cubicBezTo>
                  <a:pt x="30325" y="1286933"/>
                  <a:pt x="0" y="1256608"/>
                  <a:pt x="0" y="1219200"/>
                </a:cubicBezTo>
                <a:lnTo>
                  <a:pt x="0" y="67733"/>
                </a:lnTo>
                <a:cubicBezTo>
                  <a:pt x="0" y="30325"/>
                  <a:pt x="30325" y="0"/>
                  <a:pt x="67733" y="0"/>
                </a:cubicBezTo>
                <a:close/>
              </a:path>
            </a:pathLst>
          </a:custGeom>
          <a:solidFill>
            <a:srgbClr val="FFFFFF"/>
          </a:solidFill>
          <a:ln w="10160" cap="flat">
            <a:solidFill>
              <a:srgbClr val="B9C7E6"/>
            </a:solidFill>
            <a:custDash>
              <a:ds d="450000" sp="375000"/>
            </a:custDash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34FF6E9F-6512-9B71-51F0-EADC29EEB923}"/>
              </a:ext>
            </a:extLst>
          </p:cNvPr>
          <p:cNvSpPr/>
          <p:nvPr/>
        </p:nvSpPr>
        <p:spPr>
          <a:xfrm>
            <a:off x="252357" y="2157774"/>
            <a:ext cx="2040786" cy="1797432"/>
          </a:xfrm>
          <a:custGeom>
            <a:avLst/>
            <a:gdLst>
              <a:gd name="connsiteX0" fmla="*/ 1862667 w 1930400"/>
              <a:gd name="connsiteY0" fmla="*/ 0 h 1070186"/>
              <a:gd name="connsiteX1" fmla="*/ 1930400 w 1930400"/>
              <a:gd name="connsiteY1" fmla="*/ 67733 h 1070186"/>
              <a:gd name="connsiteX2" fmla="*/ 1930400 w 1930400"/>
              <a:gd name="connsiteY2" fmla="*/ 1002453 h 1070186"/>
              <a:gd name="connsiteX3" fmla="*/ 1862667 w 1930400"/>
              <a:gd name="connsiteY3" fmla="*/ 1070187 h 1070186"/>
              <a:gd name="connsiteX4" fmla="*/ 67733 w 1930400"/>
              <a:gd name="connsiteY4" fmla="*/ 1070187 h 1070186"/>
              <a:gd name="connsiteX5" fmla="*/ 0 w 1930400"/>
              <a:gd name="connsiteY5" fmla="*/ 1002453 h 1070186"/>
              <a:gd name="connsiteX6" fmla="*/ 0 w 1930400"/>
              <a:gd name="connsiteY6" fmla="*/ 67733 h 1070186"/>
              <a:gd name="connsiteX7" fmla="*/ 67733 w 1930400"/>
              <a:gd name="connsiteY7" fmla="*/ 0 h 1070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0400" h="1070186">
                <a:moveTo>
                  <a:pt x="1862667" y="0"/>
                </a:moveTo>
                <a:cubicBezTo>
                  <a:pt x="1900075" y="0"/>
                  <a:pt x="1930400" y="30325"/>
                  <a:pt x="1930400" y="67733"/>
                </a:cubicBezTo>
                <a:lnTo>
                  <a:pt x="1930400" y="1002453"/>
                </a:lnTo>
                <a:cubicBezTo>
                  <a:pt x="1930400" y="1039861"/>
                  <a:pt x="1900075" y="1070187"/>
                  <a:pt x="1862667" y="1070187"/>
                </a:cubicBezTo>
                <a:lnTo>
                  <a:pt x="67733" y="1070187"/>
                </a:lnTo>
                <a:cubicBezTo>
                  <a:pt x="30325" y="1070187"/>
                  <a:pt x="0" y="1039861"/>
                  <a:pt x="0" y="1002453"/>
                </a:cubicBezTo>
                <a:lnTo>
                  <a:pt x="0" y="67733"/>
                </a:lnTo>
                <a:cubicBezTo>
                  <a:pt x="0" y="30325"/>
                  <a:pt x="30325" y="0"/>
                  <a:pt x="67733" y="0"/>
                </a:cubicBezTo>
                <a:close/>
              </a:path>
            </a:pathLst>
          </a:custGeom>
          <a:solidFill>
            <a:srgbClr val="F7FBFF"/>
          </a:solidFill>
          <a:ln w="10160" cap="flat">
            <a:solidFill>
              <a:schemeClr val="tx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476AAB7D-3C89-4043-AD35-BB280E78A134}"/>
              </a:ext>
            </a:extLst>
          </p:cNvPr>
          <p:cNvSpPr/>
          <p:nvPr/>
        </p:nvSpPr>
        <p:spPr>
          <a:xfrm>
            <a:off x="496872" y="2614286"/>
            <a:ext cx="143212" cy="1027624"/>
          </a:xfrm>
          <a:custGeom>
            <a:avLst/>
            <a:gdLst>
              <a:gd name="connsiteX0" fmla="*/ 115147 w 135466"/>
              <a:gd name="connsiteY0" fmla="*/ 0 h 379306"/>
              <a:gd name="connsiteX1" fmla="*/ 135467 w 135466"/>
              <a:gd name="connsiteY1" fmla="*/ 20320 h 379306"/>
              <a:gd name="connsiteX2" fmla="*/ 135467 w 135466"/>
              <a:gd name="connsiteY2" fmla="*/ 358987 h 379306"/>
              <a:gd name="connsiteX3" fmla="*/ 115147 w 135466"/>
              <a:gd name="connsiteY3" fmla="*/ 379307 h 379306"/>
              <a:gd name="connsiteX4" fmla="*/ 20320 w 135466"/>
              <a:gd name="connsiteY4" fmla="*/ 379307 h 379306"/>
              <a:gd name="connsiteX5" fmla="*/ 0 w 135466"/>
              <a:gd name="connsiteY5" fmla="*/ 358987 h 379306"/>
              <a:gd name="connsiteX6" fmla="*/ 0 w 135466"/>
              <a:gd name="connsiteY6" fmla="*/ 20320 h 379306"/>
              <a:gd name="connsiteX7" fmla="*/ 20320 w 135466"/>
              <a:gd name="connsiteY7" fmla="*/ 0 h 379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5466" h="379306">
                <a:moveTo>
                  <a:pt x="115147" y="0"/>
                </a:moveTo>
                <a:cubicBezTo>
                  <a:pt x="126369" y="0"/>
                  <a:pt x="135467" y="9098"/>
                  <a:pt x="135467" y="20320"/>
                </a:cubicBezTo>
                <a:lnTo>
                  <a:pt x="135467" y="358987"/>
                </a:lnTo>
                <a:cubicBezTo>
                  <a:pt x="135467" y="370209"/>
                  <a:pt x="126369" y="379307"/>
                  <a:pt x="115147" y="379307"/>
                </a:cubicBezTo>
                <a:lnTo>
                  <a:pt x="20320" y="379307"/>
                </a:lnTo>
                <a:cubicBezTo>
                  <a:pt x="9098" y="379307"/>
                  <a:pt x="0" y="370209"/>
                  <a:pt x="0" y="358987"/>
                </a:cubicBezTo>
                <a:lnTo>
                  <a:pt x="0" y="20320"/>
                </a:lnTo>
                <a:cubicBezTo>
                  <a:pt x="0" y="9098"/>
                  <a:pt x="9098" y="0"/>
                  <a:pt x="20320" y="0"/>
                </a:cubicBezTo>
                <a:close/>
              </a:path>
            </a:pathLst>
          </a:custGeom>
          <a:solidFill>
            <a:srgbClr val="BFD5FF"/>
          </a:solidFill>
          <a:ln w="10160" cap="flat">
            <a:solidFill>
              <a:srgbClr val="2454A6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3E59FAE2-161F-DDB5-FC55-7DEAA32ADE15}"/>
              </a:ext>
            </a:extLst>
          </p:cNvPr>
          <p:cNvSpPr/>
          <p:nvPr/>
        </p:nvSpPr>
        <p:spPr>
          <a:xfrm>
            <a:off x="768977" y="2614286"/>
            <a:ext cx="143212" cy="888706"/>
          </a:xfrm>
          <a:custGeom>
            <a:avLst/>
            <a:gdLst>
              <a:gd name="connsiteX0" fmla="*/ 115147 w 135466"/>
              <a:gd name="connsiteY0" fmla="*/ 0 h 379306"/>
              <a:gd name="connsiteX1" fmla="*/ 135467 w 135466"/>
              <a:gd name="connsiteY1" fmla="*/ 20320 h 379306"/>
              <a:gd name="connsiteX2" fmla="*/ 135467 w 135466"/>
              <a:gd name="connsiteY2" fmla="*/ 358987 h 379306"/>
              <a:gd name="connsiteX3" fmla="*/ 115147 w 135466"/>
              <a:gd name="connsiteY3" fmla="*/ 379307 h 379306"/>
              <a:gd name="connsiteX4" fmla="*/ 20320 w 135466"/>
              <a:gd name="connsiteY4" fmla="*/ 379307 h 379306"/>
              <a:gd name="connsiteX5" fmla="*/ 0 w 135466"/>
              <a:gd name="connsiteY5" fmla="*/ 358987 h 379306"/>
              <a:gd name="connsiteX6" fmla="*/ 0 w 135466"/>
              <a:gd name="connsiteY6" fmla="*/ 20320 h 379306"/>
              <a:gd name="connsiteX7" fmla="*/ 20320 w 135466"/>
              <a:gd name="connsiteY7" fmla="*/ 0 h 379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5466" h="379306">
                <a:moveTo>
                  <a:pt x="115147" y="0"/>
                </a:moveTo>
                <a:cubicBezTo>
                  <a:pt x="126369" y="0"/>
                  <a:pt x="135467" y="9098"/>
                  <a:pt x="135467" y="20320"/>
                </a:cubicBezTo>
                <a:lnTo>
                  <a:pt x="135467" y="358987"/>
                </a:lnTo>
                <a:cubicBezTo>
                  <a:pt x="135467" y="370209"/>
                  <a:pt x="126369" y="379307"/>
                  <a:pt x="115147" y="379307"/>
                </a:cubicBezTo>
                <a:lnTo>
                  <a:pt x="20320" y="379307"/>
                </a:lnTo>
                <a:cubicBezTo>
                  <a:pt x="9098" y="379307"/>
                  <a:pt x="0" y="370209"/>
                  <a:pt x="0" y="358987"/>
                </a:cubicBezTo>
                <a:lnTo>
                  <a:pt x="0" y="20320"/>
                </a:lnTo>
                <a:cubicBezTo>
                  <a:pt x="0" y="9098"/>
                  <a:pt x="9098" y="0"/>
                  <a:pt x="20320" y="0"/>
                </a:cubicBezTo>
                <a:close/>
              </a:path>
            </a:pathLst>
          </a:custGeom>
          <a:solidFill>
            <a:srgbClr val="BFD5FF"/>
          </a:solidFill>
          <a:ln w="10160" cap="flat">
            <a:solidFill>
              <a:srgbClr val="2454A6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6CDFB96A-51C5-5CD4-62E8-1A6095325449}"/>
              </a:ext>
            </a:extLst>
          </p:cNvPr>
          <p:cNvSpPr/>
          <p:nvPr/>
        </p:nvSpPr>
        <p:spPr>
          <a:xfrm>
            <a:off x="1055403" y="2614286"/>
            <a:ext cx="143212" cy="1027624"/>
          </a:xfrm>
          <a:custGeom>
            <a:avLst/>
            <a:gdLst>
              <a:gd name="connsiteX0" fmla="*/ 115147 w 135466"/>
              <a:gd name="connsiteY0" fmla="*/ 0 h 379306"/>
              <a:gd name="connsiteX1" fmla="*/ 135467 w 135466"/>
              <a:gd name="connsiteY1" fmla="*/ 20320 h 379306"/>
              <a:gd name="connsiteX2" fmla="*/ 135467 w 135466"/>
              <a:gd name="connsiteY2" fmla="*/ 358987 h 379306"/>
              <a:gd name="connsiteX3" fmla="*/ 115147 w 135466"/>
              <a:gd name="connsiteY3" fmla="*/ 379307 h 379306"/>
              <a:gd name="connsiteX4" fmla="*/ 20320 w 135466"/>
              <a:gd name="connsiteY4" fmla="*/ 379307 h 379306"/>
              <a:gd name="connsiteX5" fmla="*/ 0 w 135466"/>
              <a:gd name="connsiteY5" fmla="*/ 358987 h 379306"/>
              <a:gd name="connsiteX6" fmla="*/ 0 w 135466"/>
              <a:gd name="connsiteY6" fmla="*/ 20320 h 379306"/>
              <a:gd name="connsiteX7" fmla="*/ 20320 w 135466"/>
              <a:gd name="connsiteY7" fmla="*/ 0 h 379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5466" h="379306">
                <a:moveTo>
                  <a:pt x="115147" y="0"/>
                </a:moveTo>
                <a:cubicBezTo>
                  <a:pt x="126369" y="0"/>
                  <a:pt x="135467" y="9098"/>
                  <a:pt x="135467" y="20320"/>
                </a:cubicBezTo>
                <a:lnTo>
                  <a:pt x="135467" y="358987"/>
                </a:lnTo>
                <a:cubicBezTo>
                  <a:pt x="135467" y="370209"/>
                  <a:pt x="126369" y="379307"/>
                  <a:pt x="115147" y="379307"/>
                </a:cubicBezTo>
                <a:lnTo>
                  <a:pt x="20320" y="379307"/>
                </a:lnTo>
                <a:cubicBezTo>
                  <a:pt x="9098" y="379307"/>
                  <a:pt x="0" y="370209"/>
                  <a:pt x="0" y="358987"/>
                </a:cubicBezTo>
                <a:lnTo>
                  <a:pt x="0" y="20320"/>
                </a:lnTo>
                <a:cubicBezTo>
                  <a:pt x="0" y="9098"/>
                  <a:pt x="9098" y="0"/>
                  <a:pt x="20320" y="0"/>
                </a:cubicBezTo>
                <a:close/>
              </a:path>
            </a:pathLst>
          </a:custGeom>
          <a:solidFill>
            <a:srgbClr val="BFD5FF"/>
          </a:solidFill>
          <a:ln w="10160" cap="flat">
            <a:solidFill>
              <a:srgbClr val="2454A6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B37E6E08-43E4-133C-7E2D-7F23628C17DF}"/>
              </a:ext>
            </a:extLst>
          </p:cNvPr>
          <p:cNvSpPr/>
          <p:nvPr/>
        </p:nvSpPr>
        <p:spPr>
          <a:xfrm>
            <a:off x="1628256" y="2614286"/>
            <a:ext cx="143212" cy="1027624"/>
          </a:xfrm>
          <a:custGeom>
            <a:avLst/>
            <a:gdLst>
              <a:gd name="connsiteX0" fmla="*/ 115147 w 135466"/>
              <a:gd name="connsiteY0" fmla="*/ 0 h 379306"/>
              <a:gd name="connsiteX1" fmla="*/ 135467 w 135466"/>
              <a:gd name="connsiteY1" fmla="*/ 20320 h 379306"/>
              <a:gd name="connsiteX2" fmla="*/ 135467 w 135466"/>
              <a:gd name="connsiteY2" fmla="*/ 358987 h 379306"/>
              <a:gd name="connsiteX3" fmla="*/ 115147 w 135466"/>
              <a:gd name="connsiteY3" fmla="*/ 379307 h 379306"/>
              <a:gd name="connsiteX4" fmla="*/ 20320 w 135466"/>
              <a:gd name="connsiteY4" fmla="*/ 379307 h 379306"/>
              <a:gd name="connsiteX5" fmla="*/ 0 w 135466"/>
              <a:gd name="connsiteY5" fmla="*/ 358987 h 379306"/>
              <a:gd name="connsiteX6" fmla="*/ 0 w 135466"/>
              <a:gd name="connsiteY6" fmla="*/ 20320 h 379306"/>
              <a:gd name="connsiteX7" fmla="*/ 20320 w 135466"/>
              <a:gd name="connsiteY7" fmla="*/ 0 h 379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5466" h="379306">
                <a:moveTo>
                  <a:pt x="115147" y="0"/>
                </a:moveTo>
                <a:cubicBezTo>
                  <a:pt x="126369" y="0"/>
                  <a:pt x="135467" y="9098"/>
                  <a:pt x="135467" y="20320"/>
                </a:cubicBezTo>
                <a:lnTo>
                  <a:pt x="135467" y="358987"/>
                </a:lnTo>
                <a:cubicBezTo>
                  <a:pt x="135467" y="370209"/>
                  <a:pt x="126369" y="379307"/>
                  <a:pt x="115147" y="379307"/>
                </a:cubicBezTo>
                <a:lnTo>
                  <a:pt x="20320" y="379307"/>
                </a:lnTo>
                <a:cubicBezTo>
                  <a:pt x="9098" y="379307"/>
                  <a:pt x="0" y="370209"/>
                  <a:pt x="0" y="358987"/>
                </a:cubicBezTo>
                <a:lnTo>
                  <a:pt x="0" y="20320"/>
                </a:lnTo>
                <a:cubicBezTo>
                  <a:pt x="0" y="9098"/>
                  <a:pt x="9098" y="0"/>
                  <a:pt x="20320" y="0"/>
                </a:cubicBezTo>
                <a:close/>
              </a:path>
            </a:pathLst>
          </a:custGeom>
          <a:solidFill>
            <a:srgbClr val="BFD5FF"/>
          </a:solidFill>
          <a:ln w="10160" cap="flat">
            <a:solidFill>
              <a:srgbClr val="2454A6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B33F398A-78AA-86E9-7CE5-C6FF33BCE70C}"/>
              </a:ext>
            </a:extLst>
          </p:cNvPr>
          <p:cNvSpPr/>
          <p:nvPr/>
        </p:nvSpPr>
        <p:spPr>
          <a:xfrm>
            <a:off x="1950485" y="2614286"/>
            <a:ext cx="143212" cy="1027624"/>
          </a:xfrm>
          <a:custGeom>
            <a:avLst/>
            <a:gdLst>
              <a:gd name="connsiteX0" fmla="*/ 115147 w 135466"/>
              <a:gd name="connsiteY0" fmla="*/ 0 h 379306"/>
              <a:gd name="connsiteX1" fmla="*/ 135467 w 135466"/>
              <a:gd name="connsiteY1" fmla="*/ 20320 h 379306"/>
              <a:gd name="connsiteX2" fmla="*/ 135467 w 135466"/>
              <a:gd name="connsiteY2" fmla="*/ 358987 h 379306"/>
              <a:gd name="connsiteX3" fmla="*/ 115147 w 135466"/>
              <a:gd name="connsiteY3" fmla="*/ 379307 h 379306"/>
              <a:gd name="connsiteX4" fmla="*/ 20320 w 135466"/>
              <a:gd name="connsiteY4" fmla="*/ 379307 h 379306"/>
              <a:gd name="connsiteX5" fmla="*/ 0 w 135466"/>
              <a:gd name="connsiteY5" fmla="*/ 358987 h 379306"/>
              <a:gd name="connsiteX6" fmla="*/ 0 w 135466"/>
              <a:gd name="connsiteY6" fmla="*/ 20320 h 379306"/>
              <a:gd name="connsiteX7" fmla="*/ 20320 w 135466"/>
              <a:gd name="connsiteY7" fmla="*/ 0 h 379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5466" h="379306">
                <a:moveTo>
                  <a:pt x="115147" y="0"/>
                </a:moveTo>
                <a:cubicBezTo>
                  <a:pt x="126369" y="0"/>
                  <a:pt x="135467" y="9098"/>
                  <a:pt x="135467" y="20320"/>
                </a:cubicBezTo>
                <a:lnTo>
                  <a:pt x="135467" y="358987"/>
                </a:lnTo>
                <a:cubicBezTo>
                  <a:pt x="135467" y="370209"/>
                  <a:pt x="126369" y="379307"/>
                  <a:pt x="115147" y="379307"/>
                </a:cubicBezTo>
                <a:lnTo>
                  <a:pt x="20320" y="379307"/>
                </a:lnTo>
                <a:cubicBezTo>
                  <a:pt x="9098" y="379307"/>
                  <a:pt x="0" y="370209"/>
                  <a:pt x="0" y="358987"/>
                </a:cubicBezTo>
                <a:lnTo>
                  <a:pt x="0" y="20320"/>
                </a:lnTo>
                <a:cubicBezTo>
                  <a:pt x="0" y="9098"/>
                  <a:pt x="9098" y="0"/>
                  <a:pt x="20320" y="0"/>
                </a:cubicBezTo>
                <a:close/>
              </a:path>
            </a:pathLst>
          </a:custGeom>
          <a:solidFill>
            <a:srgbClr val="BFD5FF"/>
          </a:solidFill>
          <a:ln w="10160" cap="flat">
            <a:solidFill>
              <a:srgbClr val="2454A6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3EE3AFB-12F2-BE02-062A-62F3D7C9D2CE}"/>
              </a:ext>
            </a:extLst>
          </p:cNvPr>
          <p:cNvSpPr txBox="1"/>
          <p:nvPr/>
        </p:nvSpPr>
        <p:spPr>
          <a:xfrm>
            <a:off x="1200254" y="2915896"/>
            <a:ext cx="415498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2100" dirty="0">
                <a:ln/>
                <a:solidFill>
                  <a:srgbClr val="2454A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mbria Math"/>
                <a:rtl val="0"/>
              </a:rPr>
              <a:t>⋯</a:t>
            </a: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C4D1CBF2-7CE5-B27A-0952-2C47BE55FE77}"/>
              </a:ext>
            </a:extLst>
          </p:cNvPr>
          <p:cNvSpPr/>
          <p:nvPr/>
        </p:nvSpPr>
        <p:spPr>
          <a:xfrm>
            <a:off x="581629" y="4081145"/>
            <a:ext cx="1382240" cy="336186"/>
          </a:xfrm>
          <a:custGeom>
            <a:avLst/>
            <a:gdLst>
              <a:gd name="connsiteX0" fmla="*/ 1463040 w 1490133"/>
              <a:gd name="connsiteY0" fmla="*/ 0 h 203199"/>
              <a:gd name="connsiteX1" fmla="*/ 1490133 w 1490133"/>
              <a:gd name="connsiteY1" fmla="*/ 27093 h 203199"/>
              <a:gd name="connsiteX2" fmla="*/ 1490133 w 1490133"/>
              <a:gd name="connsiteY2" fmla="*/ 176107 h 203199"/>
              <a:gd name="connsiteX3" fmla="*/ 1463040 w 1490133"/>
              <a:gd name="connsiteY3" fmla="*/ 203200 h 203199"/>
              <a:gd name="connsiteX4" fmla="*/ 27093 w 1490133"/>
              <a:gd name="connsiteY4" fmla="*/ 203200 h 203199"/>
              <a:gd name="connsiteX5" fmla="*/ 0 w 1490133"/>
              <a:gd name="connsiteY5" fmla="*/ 176107 h 203199"/>
              <a:gd name="connsiteX6" fmla="*/ 0 w 1490133"/>
              <a:gd name="connsiteY6" fmla="*/ 27093 h 203199"/>
              <a:gd name="connsiteX7" fmla="*/ 27093 w 1490133"/>
              <a:gd name="connsiteY7" fmla="*/ 0 h 203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90133" h="203199">
                <a:moveTo>
                  <a:pt x="1463040" y="0"/>
                </a:moveTo>
                <a:cubicBezTo>
                  <a:pt x="1478003" y="0"/>
                  <a:pt x="1490133" y="12130"/>
                  <a:pt x="1490133" y="27093"/>
                </a:cubicBezTo>
                <a:lnTo>
                  <a:pt x="1490133" y="176107"/>
                </a:lnTo>
                <a:cubicBezTo>
                  <a:pt x="1490133" y="191070"/>
                  <a:pt x="1478003" y="203200"/>
                  <a:pt x="1463040" y="203200"/>
                </a:cubicBezTo>
                <a:lnTo>
                  <a:pt x="27093" y="203200"/>
                </a:lnTo>
                <a:cubicBezTo>
                  <a:pt x="12130" y="203200"/>
                  <a:pt x="0" y="191070"/>
                  <a:pt x="0" y="176107"/>
                </a:cubicBezTo>
                <a:lnTo>
                  <a:pt x="0" y="27093"/>
                </a:lnTo>
                <a:cubicBezTo>
                  <a:pt x="0" y="12130"/>
                  <a:pt x="12130" y="0"/>
                  <a:pt x="27093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101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69EA712A-3A52-A0CF-9D30-3A8D6E305010}"/>
              </a:ext>
            </a:extLst>
          </p:cNvPr>
          <p:cNvSpPr/>
          <p:nvPr/>
        </p:nvSpPr>
        <p:spPr>
          <a:xfrm>
            <a:off x="2911166" y="308443"/>
            <a:ext cx="243462" cy="243462"/>
          </a:xfrm>
          <a:custGeom>
            <a:avLst/>
            <a:gdLst>
              <a:gd name="connsiteX0" fmla="*/ 230293 w 230293"/>
              <a:gd name="connsiteY0" fmla="*/ 115147 h 230293"/>
              <a:gd name="connsiteX1" fmla="*/ 115147 w 230293"/>
              <a:gd name="connsiteY1" fmla="*/ 230293 h 230293"/>
              <a:gd name="connsiteX2" fmla="*/ 0 w 230293"/>
              <a:gd name="connsiteY2" fmla="*/ 115147 h 230293"/>
              <a:gd name="connsiteX3" fmla="*/ 115147 w 230293"/>
              <a:gd name="connsiteY3" fmla="*/ 0 h 230293"/>
              <a:gd name="connsiteX4" fmla="*/ 230293 w 230293"/>
              <a:gd name="connsiteY4" fmla="*/ 115147 h 230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293" h="230293">
                <a:moveTo>
                  <a:pt x="230293" y="115147"/>
                </a:moveTo>
                <a:cubicBezTo>
                  <a:pt x="230293" y="178741"/>
                  <a:pt x="178741" y="230293"/>
                  <a:pt x="115147" y="230293"/>
                </a:cubicBezTo>
                <a:cubicBezTo>
                  <a:pt x="51553" y="230293"/>
                  <a:pt x="0" y="178741"/>
                  <a:pt x="0" y="115147"/>
                </a:cubicBezTo>
                <a:cubicBezTo>
                  <a:pt x="0" y="51553"/>
                  <a:pt x="51553" y="0"/>
                  <a:pt x="115147" y="0"/>
                </a:cubicBezTo>
                <a:cubicBezTo>
                  <a:pt x="178741" y="0"/>
                  <a:pt x="230293" y="51553"/>
                  <a:pt x="230293" y="115147"/>
                </a:cubicBezTo>
                <a:close/>
              </a:path>
            </a:pathLst>
          </a:custGeom>
          <a:solidFill>
            <a:srgbClr val="D97706"/>
          </a:solidFill>
          <a:ln w="677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51FB8FDC-6E01-9E37-307B-1FDA7865C728}"/>
              </a:ext>
            </a:extLst>
          </p:cNvPr>
          <p:cNvSpPr txBox="1"/>
          <p:nvPr/>
        </p:nvSpPr>
        <p:spPr>
          <a:xfrm>
            <a:off x="2904436" y="295157"/>
            <a:ext cx="280846" cy="32316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500" b="1" dirty="0">
                <a:ln/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2</a:t>
            </a:r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956EF332-11B2-329B-C98B-09E62A78C9F0}"/>
              </a:ext>
            </a:extLst>
          </p:cNvPr>
          <p:cNvSpPr/>
          <p:nvPr/>
        </p:nvSpPr>
        <p:spPr>
          <a:xfrm>
            <a:off x="2880188" y="799161"/>
            <a:ext cx="2459441" cy="744707"/>
          </a:xfrm>
          <a:custGeom>
            <a:avLst/>
            <a:gdLst>
              <a:gd name="connsiteX0" fmla="*/ 1984587 w 2032000"/>
              <a:gd name="connsiteY0" fmla="*/ 0 h 704426"/>
              <a:gd name="connsiteX1" fmla="*/ 2032000 w 2032000"/>
              <a:gd name="connsiteY1" fmla="*/ 47413 h 704426"/>
              <a:gd name="connsiteX2" fmla="*/ 2032000 w 2032000"/>
              <a:gd name="connsiteY2" fmla="*/ 657013 h 704426"/>
              <a:gd name="connsiteX3" fmla="*/ 1984587 w 2032000"/>
              <a:gd name="connsiteY3" fmla="*/ 704427 h 704426"/>
              <a:gd name="connsiteX4" fmla="*/ 47413 w 2032000"/>
              <a:gd name="connsiteY4" fmla="*/ 704427 h 704426"/>
              <a:gd name="connsiteX5" fmla="*/ 0 w 2032000"/>
              <a:gd name="connsiteY5" fmla="*/ 657013 h 704426"/>
              <a:gd name="connsiteX6" fmla="*/ 0 w 2032000"/>
              <a:gd name="connsiteY6" fmla="*/ 47413 h 704426"/>
              <a:gd name="connsiteX7" fmla="*/ 47413 w 2032000"/>
              <a:gd name="connsiteY7" fmla="*/ 0 h 704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32000" h="704426">
                <a:moveTo>
                  <a:pt x="1984587" y="0"/>
                </a:moveTo>
                <a:cubicBezTo>
                  <a:pt x="2010772" y="0"/>
                  <a:pt x="2032000" y="21228"/>
                  <a:pt x="2032000" y="47413"/>
                </a:cubicBezTo>
                <a:lnTo>
                  <a:pt x="2032000" y="657013"/>
                </a:lnTo>
                <a:cubicBezTo>
                  <a:pt x="2032000" y="683199"/>
                  <a:pt x="2010772" y="704427"/>
                  <a:pt x="1984587" y="704427"/>
                </a:cubicBezTo>
                <a:lnTo>
                  <a:pt x="47413" y="704427"/>
                </a:lnTo>
                <a:cubicBezTo>
                  <a:pt x="21228" y="704427"/>
                  <a:pt x="0" y="683199"/>
                  <a:pt x="0" y="657013"/>
                </a:cubicBezTo>
                <a:lnTo>
                  <a:pt x="0" y="47413"/>
                </a:lnTo>
                <a:cubicBezTo>
                  <a:pt x="0" y="21228"/>
                  <a:pt x="21228" y="0"/>
                  <a:pt x="47413" y="0"/>
                </a:cubicBezTo>
                <a:close/>
              </a:path>
            </a:pathLst>
          </a:custGeom>
          <a:solidFill>
            <a:srgbClr val="FFFFFF"/>
          </a:solidFill>
          <a:ln w="10160" cap="flat">
            <a:solidFill>
              <a:schemeClr val="tx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任意多边形: 形状 77">
                <a:extLst>
                  <a:ext uri="{FF2B5EF4-FFF2-40B4-BE49-F238E27FC236}">
                    <a16:creationId xmlns:a16="http://schemas.microsoft.com/office/drawing/2014/main" id="{BA218898-1730-5387-B268-E7A9121599B7}"/>
                  </a:ext>
                </a:extLst>
              </p:cNvPr>
              <p:cNvSpPr/>
              <p:nvPr/>
            </p:nvSpPr>
            <p:spPr>
              <a:xfrm>
                <a:off x="3178363" y="1243120"/>
                <a:ext cx="497566" cy="279264"/>
              </a:xfrm>
              <a:custGeom>
                <a:avLst/>
                <a:gdLst>
                  <a:gd name="connsiteX0" fmla="*/ 358987 w 392853"/>
                  <a:gd name="connsiteY0" fmla="*/ 0 h 264159"/>
                  <a:gd name="connsiteX1" fmla="*/ 392853 w 392853"/>
                  <a:gd name="connsiteY1" fmla="*/ 33867 h 264159"/>
                  <a:gd name="connsiteX2" fmla="*/ 392853 w 392853"/>
                  <a:gd name="connsiteY2" fmla="*/ 230293 h 264159"/>
                  <a:gd name="connsiteX3" fmla="*/ 358987 w 392853"/>
                  <a:gd name="connsiteY3" fmla="*/ 264160 h 264159"/>
                  <a:gd name="connsiteX4" fmla="*/ 33867 w 392853"/>
                  <a:gd name="connsiteY4" fmla="*/ 264160 h 264159"/>
                  <a:gd name="connsiteX5" fmla="*/ 0 w 392853"/>
                  <a:gd name="connsiteY5" fmla="*/ 230293 h 264159"/>
                  <a:gd name="connsiteX6" fmla="*/ 0 w 392853"/>
                  <a:gd name="connsiteY6" fmla="*/ 33867 h 264159"/>
                  <a:gd name="connsiteX7" fmla="*/ 33867 w 392853"/>
                  <a:gd name="connsiteY7" fmla="*/ 0 h 264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2853" h="264159">
                    <a:moveTo>
                      <a:pt x="358987" y="0"/>
                    </a:moveTo>
                    <a:cubicBezTo>
                      <a:pt x="377691" y="0"/>
                      <a:pt x="392853" y="15163"/>
                      <a:pt x="392853" y="33867"/>
                    </a:cubicBezTo>
                    <a:lnTo>
                      <a:pt x="392853" y="230293"/>
                    </a:lnTo>
                    <a:cubicBezTo>
                      <a:pt x="392853" y="248997"/>
                      <a:pt x="377691" y="264160"/>
                      <a:pt x="358987" y="264160"/>
                    </a:cubicBezTo>
                    <a:lnTo>
                      <a:pt x="33867" y="264160"/>
                    </a:lnTo>
                    <a:cubicBezTo>
                      <a:pt x="15163" y="264160"/>
                      <a:pt x="0" y="248997"/>
                      <a:pt x="0" y="230293"/>
                    </a:cubicBezTo>
                    <a:lnTo>
                      <a:pt x="0" y="33867"/>
                    </a:lnTo>
                    <a:cubicBezTo>
                      <a:pt x="0" y="15163"/>
                      <a:pt x="15163" y="0"/>
                      <a:pt x="33867" y="0"/>
                    </a:cubicBezTo>
                    <a:close/>
                  </a:path>
                </a:pathLst>
              </a:custGeom>
              <a:solidFill>
                <a:schemeClr val="accent5">
                  <a:lumMod val="20000"/>
                  <a:lumOff val="80000"/>
                </a:schemeClr>
              </a:solidFill>
              <a:ln w="101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8" name="任意多边形: 形状 77">
                <a:extLst>
                  <a:ext uri="{FF2B5EF4-FFF2-40B4-BE49-F238E27FC236}">
                    <a16:creationId xmlns:a16="http://schemas.microsoft.com/office/drawing/2014/main" id="{BA218898-1730-5387-B268-E7A9121599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8363" y="1243120"/>
                <a:ext cx="497566" cy="279264"/>
              </a:xfrm>
              <a:custGeom>
                <a:avLst/>
                <a:gdLst>
                  <a:gd name="connsiteX0" fmla="*/ 358987 w 392853"/>
                  <a:gd name="connsiteY0" fmla="*/ 0 h 264159"/>
                  <a:gd name="connsiteX1" fmla="*/ 392853 w 392853"/>
                  <a:gd name="connsiteY1" fmla="*/ 33867 h 264159"/>
                  <a:gd name="connsiteX2" fmla="*/ 392853 w 392853"/>
                  <a:gd name="connsiteY2" fmla="*/ 230293 h 264159"/>
                  <a:gd name="connsiteX3" fmla="*/ 358987 w 392853"/>
                  <a:gd name="connsiteY3" fmla="*/ 264160 h 264159"/>
                  <a:gd name="connsiteX4" fmla="*/ 33867 w 392853"/>
                  <a:gd name="connsiteY4" fmla="*/ 264160 h 264159"/>
                  <a:gd name="connsiteX5" fmla="*/ 0 w 392853"/>
                  <a:gd name="connsiteY5" fmla="*/ 230293 h 264159"/>
                  <a:gd name="connsiteX6" fmla="*/ 0 w 392853"/>
                  <a:gd name="connsiteY6" fmla="*/ 33867 h 264159"/>
                  <a:gd name="connsiteX7" fmla="*/ 33867 w 392853"/>
                  <a:gd name="connsiteY7" fmla="*/ 0 h 264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2853" h="264159">
                    <a:moveTo>
                      <a:pt x="358987" y="0"/>
                    </a:moveTo>
                    <a:cubicBezTo>
                      <a:pt x="377691" y="0"/>
                      <a:pt x="392853" y="15163"/>
                      <a:pt x="392853" y="33867"/>
                    </a:cubicBezTo>
                    <a:lnTo>
                      <a:pt x="392853" y="230293"/>
                    </a:lnTo>
                    <a:cubicBezTo>
                      <a:pt x="392853" y="248997"/>
                      <a:pt x="377691" y="264160"/>
                      <a:pt x="358987" y="264160"/>
                    </a:cubicBezTo>
                    <a:lnTo>
                      <a:pt x="33867" y="264160"/>
                    </a:lnTo>
                    <a:cubicBezTo>
                      <a:pt x="15163" y="264160"/>
                      <a:pt x="0" y="248997"/>
                      <a:pt x="0" y="230293"/>
                    </a:cubicBezTo>
                    <a:lnTo>
                      <a:pt x="0" y="33867"/>
                    </a:lnTo>
                    <a:cubicBezTo>
                      <a:pt x="0" y="15163"/>
                      <a:pt x="15163" y="0"/>
                      <a:pt x="33867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b="-15217"/>
                </a:stretch>
              </a:blipFill>
              <a:ln w="1016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文本框 83">
            <a:extLst>
              <a:ext uri="{FF2B5EF4-FFF2-40B4-BE49-F238E27FC236}">
                <a16:creationId xmlns:a16="http://schemas.microsoft.com/office/drawing/2014/main" id="{848F617E-6A5F-C752-D6E1-B8E10953765F}"/>
              </a:ext>
            </a:extLst>
          </p:cNvPr>
          <p:cNvSpPr txBox="1"/>
          <p:nvPr/>
        </p:nvSpPr>
        <p:spPr>
          <a:xfrm>
            <a:off x="4151051" y="1171514"/>
            <a:ext cx="505943" cy="3924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950" dirty="0">
                <a:ln/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mbria Math"/>
                <a:rtl val="0"/>
              </a:rPr>
              <a:t>⋯</a:t>
            </a:r>
          </a:p>
        </p:txBody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843E4FA8-C8C9-8456-82E2-85EF8C67C313}"/>
              </a:ext>
            </a:extLst>
          </p:cNvPr>
          <p:cNvSpPr/>
          <p:nvPr/>
        </p:nvSpPr>
        <p:spPr>
          <a:xfrm>
            <a:off x="2855047" y="1716143"/>
            <a:ext cx="2484582" cy="386674"/>
          </a:xfrm>
          <a:custGeom>
            <a:avLst/>
            <a:gdLst>
              <a:gd name="connsiteX0" fmla="*/ 1984587 w 2032000"/>
              <a:gd name="connsiteY0" fmla="*/ 0 h 365759"/>
              <a:gd name="connsiteX1" fmla="*/ 2032000 w 2032000"/>
              <a:gd name="connsiteY1" fmla="*/ 47413 h 365759"/>
              <a:gd name="connsiteX2" fmla="*/ 2032000 w 2032000"/>
              <a:gd name="connsiteY2" fmla="*/ 318347 h 365759"/>
              <a:gd name="connsiteX3" fmla="*/ 1984587 w 2032000"/>
              <a:gd name="connsiteY3" fmla="*/ 365760 h 365759"/>
              <a:gd name="connsiteX4" fmla="*/ 47413 w 2032000"/>
              <a:gd name="connsiteY4" fmla="*/ 365760 h 365759"/>
              <a:gd name="connsiteX5" fmla="*/ 0 w 2032000"/>
              <a:gd name="connsiteY5" fmla="*/ 318347 h 365759"/>
              <a:gd name="connsiteX6" fmla="*/ 0 w 2032000"/>
              <a:gd name="connsiteY6" fmla="*/ 47413 h 365759"/>
              <a:gd name="connsiteX7" fmla="*/ 47413 w 2032000"/>
              <a:gd name="connsiteY7" fmla="*/ 0 h 36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32000" h="365759">
                <a:moveTo>
                  <a:pt x="1984587" y="0"/>
                </a:moveTo>
                <a:cubicBezTo>
                  <a:pt x="2010772" y="0"/>
                  <a:pt x="2032000" y="21228"/>
                  <a:pt x="2032000" y="47413"/>
                </a:cubicBezTo>
                <a:lnTo>
                  <a:pt x="2032000" y="318347"/>
                </a:lnTo>
                <a:cubicBezTo>
                  <a:pt x="2032000" y="344532"/>
                  <a:pt x="2010772" y="365760"/>
                  <a:pt x="1984587" y="365760"/>
                </a:cubicBezTo>
                <a:lnTo>
                  <a:pt x="47413" y="365760"/>
                </a:lnTo>
                <a:cubicBezTo>
                  <a:pt x="21228" y="365760"/>
                  <a:pt x="0" y="344532"/>
                  <a:pt x="0" y="318347"/>
                </a:cubicBezTo>
                <a:lnTo>
                  <a:pt x="0" y="47413"/>
                </a:lnTo>
                <a:cubicBezTo>
                  <a:pt x="0" y="21228"/>
                  <a:pt x="21228" y="0"/>
                  <a:pt x="47413" y="0"/>
                </a:cubicBezTo>
                <a:close/>
              </a:path>
            </a:pathLst>
          </a:custGeom>
          <a:solidFill>
            <a:srgbClr val="FFFFFF"/>
          </a:solidFill>
          <a:ln w="10160" cap="flat">
            <a:solidFill>
              <a:schemeClr val="tx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Project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6D6A977C-2024-7317-FA41-213CF0C689CC}"/>
              </a:ext>
            </a:extLst>
          </p:cNvPr>
          <p:cNvSpPr txBox="1"/>
          <p:nvPr/>
        </p:nvSpPr>
        <p:spPr>
          <a:xfrm>
            <a:off x="5742253" y="2649655"/>
            <a:ext cx="348173" cy="3000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350" i="1">
                <a:ln/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e1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CB50480E-0022-D4FF-27F5-F5DDD5C26EDA}"/>
              </a:ext>
            </a:extLst>
          </p:cNvPr>
          <p:cNvSpPr txBox="1"/>
          <p:nvPr/>
        </p:nvSpPr>
        <p:spPr>
          <a:xfrm>
            <a:off x="5742253" y="3208186"/>
            <a:ext cx="348173" cy="3000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350" i="1">
                <a:ln/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e2</a:t>
            </a:r>
          </a:p>
        </p:txBody>
      </p:sp>
      <p:sp>
        <p:nvSpPr>
          <p:cNvPr id="120" name="任意多边形: 形状 119">
            <a:extLst>
              <a:ext uri="{FF2B5EF4-FFF2-40B4-BE49-F238E27FC236}">
                <a16:creationId xmlns:a16="http://schemas.microsoft.com/office/drawing/2014/main" id="{41AE2D89-687F-EE8C-484A-4BB951C71BF7}"/>
              </a:ext>
            </a:extLst>
          </p:cNvPr>
          <p:cNvSpPr/>
          <p:nvPr/>
        </p:nvSpPr>
        <p:spPr>
          <a:xfrm>
            <a:off x="5727278" y="165229"/>
            <a:ext cx="2721047" cy="4371770"/>
          </a:xfrm>
          <a:custGeom>
            <a:avLst/>
            <a:gdLst>
              <a:gd name="connsiteX0" fmla="*/ 2492587 w 2573866"/>
              <a:gd name="connsiteY0" fmla="*/ 0 h 3522133"/>
              <a:gd name="connsiteX1" fmla="*/ 2573867 w 2573866"/>
              <a:gd name="connsiteY1" fmla="*/ 81280 h 3522133"/>
              <a:gd name="connsiteX2" fmla="*/ 2573867 w 2573866"/>
              <a:gd name="connsiteY2" fmla="*/ 3440853 h 3522133"/>
              <a:gd name="connsiteX3" fmla="*/ 2492587 w 2573866"/>
              <a:gd name="connsiteY3" fmla="*/ 3522133 h 3522133"/>
              <a:gd name="connsiteX4" fmla="*/ 81280 w 2573866"/>
              <a:gd name="connsiteY4" fmla="*/ 3522133 h 3522133"/>
              <a:gd name="connsiteX5" fmla="*/ 0 w 2573866"/>
              <a:gd name="connsiteY5" fmla="*/ 3440853 h 3522133"/>
              <a:gd name="connsiteX6" fmla="*/ 0 w 2573866"/>
              <a:gd name="connsiteY6" fmla="*/ 81280 h 3522133"/>
              <a:gd name="connsiteX7" fmla="*/ 81280 w 2573866"/>
              <a:gd name="connsiteY7" fmla="*/ 0 h 3522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73866" h="3522133">
                <a:moveTo>
                  <a:pt x="2492587" y="0"/>
                </a:moveTo>
                <a:cubicBezTo>
                  <a:pt x="2537477" y="0"/>
                  <a:pt x="2573867" y="36390"/>
                  <a:pt x="2573867" y="81280"/>
                </a:cubicBezTo>
                <a:lnTo>
                  <a:pt x="2573867" y="3440853"/>
                </a:lnTo>
                <a:cubicBezTo>
                  <a:pt x="2573867" y="3485743"/>
                  <a:pt x="2537477" y="3522133"/>
                  <a:pt x="2492587" y="3522133"/>
                </a:cubicBezTo>
                <a:lnTo>
                  <a:pt x="81280" y="3522133"/>
                </a:lnTo>
                <a:cubicBezTo>
                  <a:pt x="36390" y="3522133"/>
                  <a:pt x="0" y="3485743"/>
                  <a:pt x="0" y="3440853"/>
                </a:cubicBezTo>
                <a:lnTo>
                  <a:pt x="0" y="81280"/>
                </a:lnTo>
                <a:cubicBezTo>
                  <a:pt x="0" y="36390"/>
                  <a:pt x="36390" y="0"/>
                  <a:pt x="81280" y="0"/>
                </a:cubicBezTo>
                <a:close/>
              </a:path>
            </a:pathLst>
          </a:custGeom>
          <a:solidFill>
            <a:srgbClr val="FFF7ED"/>
          </a:solidFill>
          <a:ln w="101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任意多边形: 形状 120">
            <a:extLst>
              <a:ext uri="{FF2B5EF4-FFF2-40B4-BE49-F238E27FC236}">
                <a16:creationId xmlns:a16="http://schemas.microsoft.com/office/drawing/2014/main" id="{0E5C32C7-91DD-81C8-C11B-8D90FBD9D21F}"/>
              </a:ext>
            </a:extLst>
          </p:cNvPr>
          <p:cNvSpPr/>
          <p:nvPr/>
        </p:nvSpPr>
        <p:spPr>
          <a:xfrm>
            <a:off x="5891971" y="308442"/>
            <a:ext cx="243462" cy="243462"/>
          </a:xfrm>
          <a:custGeom>
            <a:avLst/>
            <a:gdLst>
              <a:gd name="connsiteX0" fmla="*/ 230293 w 230293"/>
              <a:gd name="connsiteY0" fmla="*/ 115147 h 230293"/>
              <a:gd name="connsiteX1" fmla="*/ 115147 w 230293"/>
              <a:gd name="connsiteY1" fmla="*/ 230293 h 230293"/>
              <a:gd name="connsiteX2" fmla="*/ 0 w 230293"/>
              <a:gd name="connsiteY2" fmla="*/ 115147 h 230293"/>
              <a:gd name="connsiteX3" fmla="*/ 115147 w 230293"/>
              <a:gd name="connsiteY3" fmla="*/ 0 h 230293"/>
              <a:gd name="connsiteX4" fmla="*/ 230293 w 230293"/>
              <a:gd name="connsiteY4" fmla="*/ 115147 h 230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293" h="230293">
                <a:moveTo>
                  <a:pt x="230293" y="115147"/>
                </a:moveTo>
                <a:cubicBezTo>
                  <a:pt x="230293" y="178741"/>
                  <a:pt x="178741" y="230293"/>
                  <a:pt x="115147" y="230293"/>
                </a:cubicBezTo>
                <a:cubicBezTo>
                  <a:pt x="51553" y="230293"/>
                  <a:pt x="0" y="178741"/>
                  <a:pt x="0" y="115147"/>
                </a:cubicBezTo>
                <a:cubicBezTo>
                  <a:pt x="0" y="51553"/>
                  <a:pt x="51553" y="0"/>
                  <a:pt x="115147" y="0"/>
                </a:cubicBezTo>
                <a:cubicBezTo>
                  <a:pt x="178741" y="0"/>
                  <a:pt x="230293" y="51553"/>
                  <a:pt x="230293" y="115147"/>
                </a:cubicBezTo>
                <a:close/>
              </a:path>
            </a:pathLst>
          </a:custGeom>
          <a:solidFill>
            <a:srgbClr val="D97706"/>
          </a:solidFill>
          <a:ln w="677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CA09144-AF34-0A5C-719E-1C7DD15309EB}"/>
              </a:ext>
            </a:extLst>
          </p:cNvPr>
          <p:cNvSpPr txBox="1"/>
          <p:nvPr/>
        </p:nvSpPr>
        <p:spPr>
          <a:xfrm>
            <a:off x="5885240" y="295156"/>
            <a:ext cx="280846" cy="323165"/>
          </a:xfrm>
          <a:prstGeom prst="rect">
            <a:avLst/>
          </a:prstGeom>
          <a:solidFill>
            <a:srgbClr val="D97706"/>
          </a:solidFill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500" b="1" dirty="0">
                <a:ln/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3</a:t>
            </a:r>
          </a:p>
        </p:txBody>
      </p:sp>
      <p:sp>
        <p:nvSpPr>
          <p:cNvPr id="125" name="任意多边形: 形状 124">
            <a:extLst>
              <a:ext uri="{FF2B5EF4-FFF2-40B4-BE49-F238E27FC236}">
                <a16:creationId xmlns:a16="http://schemas.microsoft.com/office/drawing/2014/main" id="{A89101C0-8675-2A8B-5933-DF4A353F61DA}"/>
              </a:ext>
            </a:extLst>
          </p:cNvPr>
          <p:cNvSpPr/>
          <p:nvPr/>
        </p:nvSpPr>
        <p:spPr>
          <a:xfrm>
            <a:off x="5929217" y="924260"/>
            <a:ext cx="2314994" cy="615815"/>
          </a:xfrm>
          <a:custGeom>
            <a:avLst/>
            <a:gdLst>
              <a:gd name="connsiteX0" fmla="*/ 1774613 w 1828800"/>
              <a:gd name="connsiteY0" fmla="*/ 0 h 582506"/>
              <a:gd name="connsiteX1" fmla="*/ 1828800 w 1828800"/>
              <a:gd name="connsiteY1" fmla="*/ 54187 h 582506"/>
              <a:gd name="connsiteX2" fmla="*/ 1828800 w 1828800"/>
              <a:gd name="connsiteY2" fmla="*/ 528320 h 582506"/>
              <a:gd name="connsiteX3" fmla="*/ 1774613 w 1828800"/>
              <a:gd name="connsiteY3" fmla="*/ 582507 h 582506"/>
              <a:gd name="connsiteX4" fmla="*/ 54187 w 1828800"/>
              <a:gd name="connsiteY4" fmla="*/ 582507 h 582506"/>
              <a:gd name="connsiteX5" fmla="*/ 0 w 1828800"/>
              <a:gd name="connsiteY5" fmla="*/ 528320 h 582506"/>
              <a:gd name="connsiteX6" fmla="*/ 0 w 1828800"/>
              <a:gd name="connsiteY6" fmla="*/ 54187 h 582506"/>
              <a:gd name="connsiteX7" fmla="*/ 54187 w 1828800"/>
              <a:gd name="connsiteY7" fmla="*/ 0 h 58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582506">
                <a:moveTo>
                  <a:pt x="1774613" y="0"/>
                </a:moveTo>
                <a:cubicBezTo>
                  <a:pt x="1804540" y="0"/>
                  <a:pt x="1828800" y="24260"/>
                  <a:pt x="1828800" y="54187"/>
                </a:cubicBezTo>
                <a:lnTo>
                  <a:pt x="1828800" y="528320"/>
                </a:lnTo>
                <a:cubicBezTo>
                  <a:pt x="1828800" y="558246"/>
                  <a:pt x="1804540" y="582507"/>
                  <a:pt x="1774613" y="582507"/>
                </a:cubicBezTo>
                <a:lnTo>
                  <a:pt x="54187" y="582507"/>
                </a:lnTo>
                <a:cubicBezTo>
                  <a:pt x="24260" y="582507"/>
                  <a:pt x="0" y="558246"/>
                  <a:pt x="0" y="528320"/>
                </a:cubicBezTo>
                <a:lnTo>
                  <a:pt x="0" y="54187"/>
                </a:lnTo>
                <a:cubicBezTo>
                  <a:pt x="0" y="24260"/>
                  <a:pt x="24260" y="0"/>
                  <a:pt x="54187" y="0"/>
                </a:cubicBezTo>
                <a:close/>
              </a:path>
            </a:pathLst>
          </a:custGeom>
          <a:solidFill>
            <a:srgbClr val="FFFFFF"/>
          </a:solidFill>
          <a:ln w="10160" cap="flat">
            <a:solidFill>
              <a:schemeClr val="tx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2" name="组合 321">
            <a:extLst>
              <a:ext uri="{FF2B5EF4-FFF2-40B4-BE49-F238E27FC236}">
                <a16:creationId xmlns:a16="http://schemas.microsoft.com/office/drawing/2014/main" id="{4C6CCB89-57C8-91AD-EA4C-94689DA857B8}"/>
              </a:ext>
            </a:extLst>
          </p:cNvPr>
          <p:cNvGrpSpPr/>
          <p:nvPr/>
        </p:nvGrpSpPr>
        <p:grpSpPr>
          <a:xfrm>
            <a:off x="6145484" y="1023811"/>
            <a:ext cx="722146" cy="391000"/>
            <a:chOff x="6061402" y="1299187"/>
            <a:chExt cx="555413" cy="284480"/>
          </a:xfrm>
        </p:grpSpPr>
        <p:sp>
          <p:nvSpPr>
            <p:cNvPr id="126" name="任意多边形: 形状 125">
              <a:extLst>
                <a:ext uri="{FF2B5EF4-FFF2-40B4-BE49-F238E27FC236}">
                  <a16:creationId xmlns:a16="http://schemas.microsoft.com/office/drawing/2014/main" id="{62C8ED1B-FA24-96E7-632D-F9E05F90134C}"/>
                </a:ext>
              </a:extLst>
            </p:cNvPr>
            <p:cNvSpPr/>
            <p:nvPr/>
          </p:nvSpPr>
          <p:spPr>
            <a:xfrm>
              <a:off x="6095269" y="1333054"/>
              <a:ext cx="243840" cy="13546"/>
            </a:xfrm>
            <a:custGeom>
              <a:avLst/>
              <a:gdLst>
                <a:gd name="connsiteX0" fmla="*/ 0 w 243840"/>
                <a:gd name="connsiteY0" fmla="*/ 13547 h 13546"/>
                <a:gd name="connsiteX1" fmla="*/ 243840 w 243840"/>
                <a:gd name="connsiteY1" fmla="*/ 0 h 13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13546">
                  <a:moveTo>
                    <a:pt x="0" y="13547"/>
                  </a:moveTo>
                  <a:lnTo>
                    <a:pt x="243840" y="0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任意多边形: 形状 126">
              <a:extLst>
                <a:ext uri="{FF2B5EF4-FFF2-40B4-BE49-F238E27FC236}">
                  <a16:creationId xmlns:a16="http://schemas.microsoft.com/office/drawing/2014/main" id="{4E71731D-3856-5A1A-0875-70908AC07F1B}"/>
                </a:ext>
              </a:extLst>
            </p:cNvPr>
            <p:cNvSpPr/>
            <p:nvPr/>
          </p:nvSpPr>
          <p:spPr>
            <a:xfrm>
              <a:off x="6095269" y="1346600"/>
              <a:ext cx="243840" cy="94826"/>
            </a:xfrm>
            <a:custGeom>
              <a:avLst/>
              <a:gdLst>
                <a:gd name="connsiteX0" fmla="*/ 0 w 243840"/>
                <a:gd name="connsiteY0" fmla="*/ 0 h 94826"/>
                <a:gd name="connsiteX1" fmla="*/ 243840 w 243840"/>
                <a:gd name="connsiteY1" fmla="*/ 94827 h 94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94826">
                  <a:moveTo>
                    <a:pt x="0" y="0"/>
                  </a:moveTo>
                  <a:lnTo>
                    <a:pt x="243840" y="94827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任意多边形: 形状 127">
              <a:extLst>
                <a:ext uri="{FF2B5EF4-FFF2-40B4-BE49-F238E27FC236}">
                  <a16:creationId xmlns:a16="http://schemas.microsoft.com/office/drawing/2014/main" id="{32AE43E2-4FA8-5E79-CAE8-1D39DDF2F1ED}"/>
                </a:ext>
              </a:extLst>
            </p:cNvPr>
            <p:cNvSpPr/>
            <p:nvPr/>
          </p:nvSpPr>
          <p:spPr>
            <a:xfrm>
              <a:off x="6095269" y="1346600"/>
              <a:ext cx="243840" cy="203199"/>
            </a:xfrm>
            <a:custGeom>
              <a:avLst/>
              <a:gdLst>
                <a:gd name="connsiteX0" fmla="*/ 0 w 243840"/>
                <a:gd name="connsiteY0" fmla="*/ 0 h 203199"/>
                <a:gd name="connsiteX1" fmla="*/ 243840 w 243840"/>
                <a:gd name="connsiteY1" fmla="*/ 203200 h 203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203199">
                  <a:moveTo>
                    <a:pt x="0" y="0"/>
                  </a:moveTo>
                  <a:lnTo>
                    <a:pt x="243840" y="203200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任意多边形: 形状 128">
              <a:extLst>
                <a:ext uri="{FF2B5EF4-FFF2-40B4-BE49-F238E27FC236}">
                  <a16:creationId xmlns:a16="http://schemas.microsoft.com/office/drawing/2014/main" id="{5DBE33B8-D88E-F3BF-1263-F25FF60957C6}"/>
                </a:ext>
              </a:extLst>
            </p:cNvPr>
            <p:cNvSpPr/>
            <p:nvPr/>
          </p:nvSpPr>
          <p:spPr>
            <a:xfrm>
              <a:off x="6095269" y="1333054"/>
              <a:ext cx="243840" cy="108373"/>
            </a:xfrm>
            <a:custGeom>
              <a:avLst/>
              <a:gdLst>
                <a:gd name="connsiteX0" fmla="*/ 0 w 243840"/>
                <a:gd name="connsiteY0" fmla="*/ 108373 h 108373"/>
                <a:gd name="connsiteX1" fmla="*/ 243840 w 243840"/>
                <a:gd name="connsiteY1" fmla="*/ 0 h 10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108373">
                  <a:moveTo>
                    <a:pt x="0" y="108373"/>
                  </a:moveTo>
                  <a:lnTo>
                    <a:pt x="243840" y="0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" name="任意多边形: 形状 129">
              <a:extLst>
                <a:ext uri="{FF2B5EF4-FFF2-40B4-BE49-F238E27FC236}">
                  <a16:creationId xmlns:a16="http://schemas.microsoft.com/office/drawing/2014/main" id="{C79BDB1A-5C7A-6B65-77BA-2F720C14E2FB}"/>
                </a:ext>
              </a:extLst>
            </p:cNvPr>
            <p:cNvSpPr/>
            <p:nvPr/>
          </p:nvSpPr>
          <p:spPr>
            <a:xfrm>
              <a:off x="6095269" y="1441427"/>
              <a:ext cx="243840" cy="6773"/>
            </a:xfrm>
            <a:custGeom>
              <a:avLst/>
              <a:gdLst>
                <a:gd name="connsiteX0" fmla="*/ 0 w 243840"/>
                <a:gd name="connsiteY0" fmla="*/ 0 h 6773"/>
                <a:gd name="connsiteX1" fmla="*/ 243840 w 243840"/>
                <a:gd name="connsiteY1" fmla="*/ 0 h 6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6773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1" name="任意多边形: 形状 130">
              <a:extLst>
                <a:ext uri="{FF2B5EF4-FFF2-40B4-BE49-F238E27FC236}">
                  <a16:creationId xmlns:a16="http://schemas.microsoft.com/office/drawing/2014/main" id="{C7D85DCB-6E02-8DC3-EAE1-67A4C9DEA607}"/>
                </a:ext>
              </a:extLst>
            </p:cNvPr>
            <p:cNvSpPr/>
            <p:nvPr/>
          </p:nvSpPr>
          <p:spPr>
            <a:xfrm>
              <a:off x="6095269" y="1441427"/>
              <a:ext cx="243840" cy="108373"/>
            </a:xfrm>
            <a:custGeom>
              <a:avLst/>
              <a:gdLst>
                <a:gd name="connsiteX0" fmla="*/ 0 w 243840"/>
                <a:gd name="connsiteY0" fmla="*/ 0 h 108373"/>
                <a:gd name="connsiteX1" fmla="*/ 243840 w 243840"/>
                <a:gd name="connsiteY1" fmla="*/ 108373 h 10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108373">
                  <a:moveTo>
                    <a:pt x="0" y="0"/>
                  </a:moveTo>
                  <a:lnTo>
                    <a:pt x="243840" y="108373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任意多边形: 形状 131">
              <a:extLst>
                <a:ext uri="{FF2B5EF4-FFF2-40B4-BE49-F238E27FC236}">
                  <a16:creationId xmlns:a16="http://schemas.microsoft.com/office/drawing/2014/main" id="{8B98005F-B6D5-7053-B5BF-2C232E9C23EE}"/>
                </a:ext>
              </a:extLst>
            </p:cNvPr>
            <p:cNvSpPr/>
            <p:nvPr/>
          </p:nvSpPr>
          <p:spPr>
            <a:xfrm>
              <a:off x="6095269" y="1333054"/>
              <a:ext cx="243840" cy="203199"/>
            </a:xfrm>
            <a:custGeom>
              <a:avLst/>
              <a:gdLst>
                <a:gd name="connsiteX0" fmla="*/ 0 w 243840"/>
                <a:gd name="connsiteY0" fmla="*/ 203200 h 203199"/>
                <a:gd name="connsiteX1" fmla="*/ 243840 w 243840"/>
                <a:gd name="connsiteY1" fmla="*/ 0 h 203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203199">
                  <a:moveTo>
                    <a:pt x="0" y="203200"/>
                  </a:moveTo>
                  <a:lnTo>
                    <a:pt x="243840" y="0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任意多边形: 形状 132">
              <a:extLst>
                <a:ext uri="{FF2B5EF4-FFF2-40B4-BE49-F238E27FC236}">
                  <a16:creationId xmlns:a16="http://schemas.microsoft.com/office/drawing/2014/main" id="{125A59C3-C458-8F0E-2D37-1C2F03D9FC3B}"/>
                </a:ext>
              </a:extLst>
            </p:cNvPr>
            <p:cNvSpPr/>
            <p:nvPr/>
          </p:nvSpPr>
          <p:spPr>
            <a:xfrm>
              <a:off x="6095269" y="1441427"/>
              <a:ext cx="243840" cy="94826"/>
            </a:xfrm>
            <a:custGeom>
              <a:avLst/>
              <a:gdLst>
                <a:gd name="connsiteX0" fmla="*/ 0 w 243840"/>
                <a:gd name="connsiteY0" fmla="*/ 94827 h 94826"/>
                <a:gd name="connsiteX1" fmla="*/ 243840 w 243840"/>
                <a:gd name="connsiteY1" fmla="*/ 0 h 94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94826">
                  <a:moveTo>
                    <a:pt x="0" y="94827"/>
                  </a:moveTo>
                  <a:lnTo>
                    <a:pt x="243840" y="0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任意多边形: 形状 133">
              <a:extLst>
                <a:ext uri="{FF2B5EF4-FFF2-40B4-BE49-F238E27FC236}">
                  <a16:creationId xmlns:a16="http://schemas.microsoft.com/office/drawing/2014/main" id="{F288ECC0-B5D6-4BD5-BFE0-6DD08DFE8156}"/>
                </a:ext>
              </a:extLst>
            </p:cNvPr>
            <p:cNvSpPr/>
            <p:nvPr/>
          </p:nvSpPr>
          <p:spPr>
            <a:xfrm>
              <a:off x="6095269" y="1536254"/>
              <a:ext cx="243840" cy="13546"/>
            </a:xfrm>
            <a:custGeom>
              <a:avLst/>
              <a:gdLst>
                <a:gd name="connsiteX0" fmla="*/ 0 w 243840"/>
                <a:gd name="connsiteY0" fmla="*/ 0 h 13546"/>
                <a:gd name="connsiteX1" fmla="*/ 243840 w 243840"/>
                <a:gd name="connsiteY1" fmla="*/ 13547 h 13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13546">
                  <a:moveTo>
                    <a:pt x="0" y="0"/>
                  </a:moveTo>
                  <a:lnTo>
                    <a:pt x="243840" y="13547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任意多边形: 形状 134">
              <a:extLst>
                <a:ext uri="{FF2B5EF4-FFF2-40B4-BE49-F238E27FC236}">
                  <a16:creationId xmlns:a16="http://schemas.microsoft.com/office/drawing/2014/main" id="{8CA79783-028D-61B5-F9B2-FB36EBAB80DE}"/>
                </a:ext>
              </a:extLst>
            </p:cNvPr>
            <p:cNvSpPr/>
            <p:nvPr/>
          </p:nvSpPr>
          <p:spPr>
            <a:xfrm>
              <a:off x="6339109" y="1333054"/>
              <a:ext cx="243840" cy="54186"/>
            </a:xfrm>
            <a:custGeom>
              <a:avLst/>
              <a:gdLst>
                <a:gd name="connsiteX0" fmla="*/ 0 w 243840"/>
                <a:gd name="connsiteY0" fmla="*/ 0 h 54186"/>
                <a:gd name="connsiteX1" fmla="*/ 243840 w 243840"/>
                <a:gd name="connsiteY1" fmla="*/ 54187 h 54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54186">
                  <a:moveTo>
                    <a:pt x="0" y="0"/>
                  </a:moveTo>
                  <a:lnTo>
                    <a:pt x="243840" y="54187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任意多边形: 形状 135">
              <a:extLst>
                <a:ext uri="{FF2B5EF4-FFF2-40B4-BE49-F238E27FC236}">
                  <a16:creationId xmlns:a16="http://schemas.microsoft.com/office/drawing/2014/main" id="{6F59237C-BBD1-6D15-3C2F-78A4F998930D}"/>
                </a:ext>
              </a:extLst>
            </p:cNvPr>
            <p:cNvSpPr/>
            <p:nvPr/>
          </p:nvSpPr>
          <p:spPr>
            <a:xfrm>
              <a:off x="6339109" y="1333054"/>
              <a:ext cx="243840" cy="162559"/>
            </a:xfrm>
            <a:custGeom>
              <a:avLst/>
              <a:gdLst>
                <a:gd name="connsiteX0" fmla="*/ 0 w 243840"/>
                <a:gd name="connsiteY0" fmla="*/ 0 h 162559"/>
                <a:gd name="connsiteX1" fmla="*/ 243840 w 243840"/>
                <a:gd name="connsiteY1" fmla="*/ 162560 h 162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162559">
                  <a:moveTo>
                    <a:pt x="0" y="0"/>
                  </a:moveTo>
                  <a:lnTo>
                    <a:pt x="243840" y="162560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任意多边形: 形状 136">
              <a:extLst>
                <a:ext uri="{FF2B5EF4-FFF2-40B4-BE49-F238E27FC236}">
                  <a16:creationId xmlns:a16="http://schemas.microsoft.com/office/drawing/2014/main" id="{E571C4F2-3610-BBC8-C65F-29E40FAF68D2}"/>
                </a:ext>
              </a:extLst>
            </p:cNvPr>
            <p:cNvSpPr/>
            <p:nvPr/>
          </p:nvSpPr>
          <p:spPr>
            <a:xfrm>
              <a:off x="6339109" y="1387240"/>
              <a:ext cx="243840" cy="54186"/>
            </a:xfrm>
            <a:custGeom>
              <a:avLst/>
              <a:gdLst>
                <a:gd name="connsiteX0" fmla="*/ 0 w 243840"/>
                <a:gd name="connsiteY0" fmla="*/ 54187 h 54186"/>
                <a:gd name="connsiteX1" fmla="*/ 243840 w 243840"/>
                <a:gd name="connsiteY1" fmla="*/ 0 h 54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54186">
                  <a:moveTo>
                    <a:pt x="0" y="54187"/>
                  </a:moveTo>
                  <a:lnTo>
                    <a:pt x="243840" y="0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任意多边形: 形状 137">
              <a:extLst>
                <a:ext uri="{FF2B5EF4-FFF2-40B4-BE49-F238E27FC236}">
                  <a16:creationId xmlns:a16="http://schemas.microsoft.com/office/drawing/2014/main" id="{5FB7B14E-57CA-621C-03EF-80210D1921F2}"/>
                </a:ext>
              </a:extLst>
            </p:cNvPr>
            <p:cNvSpPr/>
            <p:nvPr/>
          </p:nvSpPr>
          <p:spPr>
            <a:xfrm>
              <a:off x="6339109" y="1441427"/>
              <a:ext cx="243840" cy="54186"/>
            </a:xfrm>
            <a:custGeom>
              <a:avLst/>
              <a:gdLst>
                <a:gd name="connsiteX0" fmla="*/ 0 w 243840"/>
                <a:gd name="connsiteY0" fmla="*/ 0 h 54186"/>
                <a:gd name="connsiteX1" fmla="*/ 243840 w 243840"/>
                <a:gd name="connsiteY1" fmla="*/ 54187 h 54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54186">
                  <a:moveTo>
                    <a:pt x="0" y="0"/>
                  </a:moveTo>
                  <a:lnTo>
                    <a:pt x="243840" y="54187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任意多边形: 形状 138">
              <a:extLst>
                <a:ext uri="{FF2B5EF4-FFF2-40B4-BE49-F238E27FC236}">
                  <a16:creationId xmlns:a16="http://schemas.microsoft.com/office/drawing/2014/main" id="{B7445FDD-CB96-2C37-5AC4-76CE6520B664}"/>
                </a:ext>
              </a:extLst>
            </p:cNvPr>
            <p:cNvSpPr/>
            <p:nvPr/>
          </p:nvSpPr>
          <p:spPr>
            <a:xfrm>
              <a:off x="6339109" y="1387240"/>
              <a:ext cx="243840" cy="162559"/>
            </a:xfrm>
            <a:custGeom>
              <a:avLst/>
              <a:gdLst>
                <a:gd name="connsiteX0" fmla="*/ 0 w 243840"/>
                <a:gd name="connsiteY0" fmla="*/ 162560 h 162559"/>
                <a:gd name="connsiteX1" fmla="*/ 243840 w 243840"/>
                <a:gd name="connsiteY1" fmla="*/ 0 h 162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162559">
                  <a:moveTo>
                    <a:pt x="0" y="162560"/>
                  </a:moveTo>
                  <a:lnTo>
                    <a:pt x="243840" y="0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任意多边形: 形状 139">
              <a:extLst>
                <a:ext uri="{FF2B5EF4-FFF2-40B4-BE49-F238E27FC236}">
                  <a16:creationId xmlns:a16="http://schemas.microsoft.com/office/drawing/2014/main" id="{DAB7FC12-D793-ACD0-8228-C774B3FB7612}"/>
                </a:ext>
              </a:extLst>
            </p:cNvPr>
            <p:cNvSpPr/>
            <p:nvPr/>
          </p:nvSpPr>
          <p:spPr>
            <a:xfrm>
              <a:off x="6339109" y="1495614"/>
              <a:ext cx="243840" cy="54186"/>
            </a:xfrm>
            <a:custGeom>
              <a:avLst/>
              <a:gdLst>
                <a:gd name="connsiteX0" fmla="*/ 0 w 243840"/>
                <a:gd name="connsiteY0" fmla="*/ 54187 h 54186"/>
                <a:gd name="connsiteX1" fmla="*/ 243840 w 243840"/>
                <a:gd name="connsiteY1" fmla="*/ 0 h 54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54186">
                  <a:moveTo>
                    <a:pt x="0" y="54187"/>
                  </a:moveTo>
                  <a:lnTo>
                    <a:pt x="243840" y="0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任意多边形: 形状 140">
              <a:extLst>
                <a:ext uri="{FF2B5EF4-FFF2-40B4-BE49-F238E27FC236}">
                  <a16:creationId xmlns:a16="http://schemas.microsoft.com/office/drawing/2014/main" id="{2E89186B-206F-9739-8FCF-A225F0F1D711}"/>
                </a:ext>
              </a:extLst>
            </p:cNvPr>
            <p:cNvSpPr/>
            <p:nvPr/>
          </p:nvSpPr>
          <p:spPr>
            <a:xfrm>
              <a:off x="6061402" y="1312734"/>
              <a:ext cx="67733" cy="67733"/>
            </a:xfrm>
            <a:custGeom>
              <a:avLst/>
              <a:gdLst>
                <a:gd name="connsiteX0" fmla="*/ 67733 w 67733"/>
                <a:gd name="connsiteY0" fmla="*/ 33867 h 67733"/>
                <a:gd name="connsiteX1" fmla="*/ 33867 w 67733"/>
                <a:gd name="connsiteY1" fmla="*/ 67733 h 67733"/>
                <a:gd name="connsiteX2" fmla="*/ 0 w 67733"/>
                <a:gd name="connsiteY2" fmla="*/ 33867 h 67733"/>
                <a:gd name="connsiteX3" fmla="*/ 33867 w 67733"/>
                <a:gd name="connsiteY3" fmla="*/ 0 h 67733"/>
                <a:gd name="connsiteX4" fmla="*/ 67733 w 67733"/>
                <a:gd name="connsiteY4" fmla="*/ 33867 h 6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33" h="67733">
                  <a:moveTo>
                    <a:pt x="67733" y="33867"/>
                  </a:moveTo>
                  <a:cubicBezTo>
                    <a:pt x="67733" y="52571"/>
                    <a:pt x="52571" y="67733"/>
                    <a:pt x="33867" y="67733"/>
                  </a:cubicBezTo>
                  <a:cubicBezTo>
                    <a:pt x="15163" y="67733"/>
                    <a:pt x="0" y="52571"/>
                    <a:pt x="0" y="33867"/>
                  </a:cubicBezTo>
                  <a:cubicBezTo>
                    <a:pt x="0" y="15163"/>
                    <a:pt x="15163" y="0"/>
                    <a:pt x="33867" y="0"/>
                  </a:cubicBezTo>
                  <a:cubicBezTo>
                    <a:pt x="52571" y="0"/>
                    <a:pt x="67733" y="15163"/>
                    <a:pt x="67733" y="33867"/>
                  </a:cubicBezTo>
                  <a:close/>
                </a:path>
              </a:pathLst>
            </a:custGeom>
            <a:solidFill>
              <a:srgbClr val="FFFFFF"/>
            </a:solidFill>
            <a:ln w="9483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任意多边形: 形状 141">
              <a:extLst>
                <a:ext uri="{FF2B5EF4-FFF2-40B4-BE49-F238E27FC236}">
                  <a16:creationId xmlns:a16="http://schemas.microsoft.com/office/drawing/2014/main" id="{2EB0F29C-74E6-1FE5-4808-3464FE2B7BDE}"/>
                </a:ext>
              </a:extLst>
            </p:cNvPr>
            <p:cNvSpPr/>
            <p:nvPr/>
          </p:nvSpPr>
          <p:spPr>
            <a:xfrm>
              <a:off x="6061402" y="1407560"/>
              <a:ext cx="67733" cy="67733"/>
            </a:xfrm>
            <a:custGeom>
              <a:avLst/>
              <a:gdLst>
                <a:gd name="connsiteX0" fmla="*/ 67733 w 67733"/>
                <a:gd name="connsiteY0" fmla="*/ 33867 h 67733"/>
                <a:gd name="connsiteX1" fmla="*/ 33867 w 67733"/>
                <a:gd name="connsiteY1" fmla="*/ 67733 h 67733"/>
                <a:gd name="connsiteX2" fmla="*/ 0 w 67733"/>
                <a:gd name="connsiteY2" fmla="*/ 33867 h 67733"/>
                <a:gd name="connsiteX3" fmla="*/ 33867 w 67733"/>
                <a:gd name="connsiteY3" fmla="*/ 0 h 67733"/>
                <a:gd name="connsiteX4" fmla="*/ 67733 w 67733"/>
                <a:gd name="connsiteY4" fmla="*/ 33867 h 6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33" h="67733">
                  <a:moveTo>
                    <a:pt x="67733" y="33867"/>
                  </a:moveTo>
                  <a:cubicBezTo>
                    <a:pt x="67733" y="52571"/>
                    <a:pt x="52571" y="67733"/>
                    <a:pt x="33867" y="67733"/>
                  </a:cubicBezTo>
                  <a:cubicBezTo>
                    <a:pt x="15163" y="67733"/>
                    <a:pt x="0" y="52571"/>
                    <a:pt x="0" y="33867"/>
                  </a:cubicBezTo>
                  <a:cubicBezTo>
                    <a:pt x="0" y="15163"/>
                    <a:pt x="15163" y="0"/>
                    <a:pt x="33867" y="0"/>
                  </a:cubicBezTo>
                  <a:cubicBezTo>
                    <a:pt x="52571" y="0"/>
                    <a:pt x="67733" y="15163"/>
                    <a:pt x="67733" y="33867"/>
                  </a:cubicBezTo>
                  <a:close/>
                </a:path>
              </a:pathLst>
            </a:custGeom>
            <a:solidFill>
              <a:srgbClr val="FFFFFF"/>
            </a:solidFill>
            <a:ln w="9483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任意多边形: 形状 142">
              <a:extLst>
                <a:ext uri="{FF2B5EF4-FFF2-40B4-BE49-F238E27FC236}">
                  <a16:creationId xmlns:a16="http://schemas.microsoft.com/office/drawing/2014/main" id="{226D1CC6-1D5F-85C1-A61A-4894F6743859}"/>
                </a:ext>
              </a:extLst>
            </p:cNvPr>
            <p:cNvSpPr/>
            <p:nvPr/>
          </p:nvSpPr>
          <p:spPr>
            <a:xfrm>
              <a:off x="6061402" y="1502387"/>
              <a:ext cx="67733" cy="67733"/>
            </a:xfrm>
            <a:custGeom>
              <a:avLst/>
              <a:gdLst>
                <a:gd name="connsiteX0" fmla="*/ 67733 w 67733"/>
                <a:gd name="connsiteY0" fmla="*/ 33867 h 67733"/>
                <a:gd name="connsiteX1" fmla="*/ 33867 w 67733"/>
                <a:gd name="connsiteY1" fmla="*/ 67733 h 67733"/>
                <a:gd name="connsiteX2" fmla="*/ 0 w 67733"/>
                <a:gd name="connsiteY2" fmla="*/ 33867 h 67733"/>
                <a:gd name="connsiteX3" fmla="*/ 33867 w 67733"/>
                <a:gd name="connsiteY3" fmla="*/ 0 h 67733"/>
                <a:gd name="connsiteX4" fmla="*/ 67733 w 67733"/>
                <a:gd name="connsiteY4" fmla="*/ 33867 h 6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33" h="67733">
                  <a:moveTo>
                    <a:pt x="67733" y="33867"/>
                  </a:moveTo>
                  <a:cubicBezTo>
                    <a:pt x="67733" y="52571"/>
                    <a:pt x="52571" y="67733"/>
                    <a:pt x="33867" y="67733"/>
                  </a:cubicBezTo>
                  <a:cubicBezTo>
                    <a:pt x="15163" y="67733"/>
                    <a:pt x="0" y="52571"/>
                    <a:pt x="0" y="33867"/>
                  </a:cubicBezTo>
                  <a:cubicBezTo>
                    <a:pt x="0" y="15163"/>
                    <a:pt x="15163" y="0"/>
                    <a:pt x="33867" y="0"/>
                  </a:cubicBezTo>
                  <a:cubicBezTo>
                    <a:pt x="52571" y="0"/>
                    <a:pt x="67733" y="15163"/>
                    <a:pt x="67733" y="33867"/>
                  </a:cubicBezTo>
                  <a:close/>
                </a:path>
              </a:pathLst>
            </a:custGeom>
            <a:solidFill>
              <a:srgbClr val="FFFFFF"/>
            </a:solidFill>
            <a:ln w="9483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" name="任意多边形: 形状 143">
              <a:extLst>
                <a:ext uri="{FF2B5EF4-FFF2-40B4-BE49-F238E27FC236}">
                  <a16:creationId xmlns:a16="http://schemas.microsoft.com/office/drawing/2014/main" id="{08B62F77-10A2-D69F-629C-751B063929EF}"/>
                </a:ext>
              </a:extLst>
            </p:cNvPr>
            <p:cNvSpPr/>
            <p:nvPr/>
          </p:nvSpPr>
          <p:spPr>
            <a:xfrm>
              <a:off x="6305242" y="1299187"/>
              <a:ext cx="67733" cy="67733"/>
            </a:xfrm>
            <a:custGeom>
              <a:avLst/>
              <a:gdLst>
                <a:gd name="connsiteX0" fmla="*/ 67733 w 67733"/>
                <a:gd name="connsiteY0" fmla="*/ 33867 h 67733"/>
                <a:gd name="connsiteX1" fmla="*/ 33867 w 67733"/>
                <a:gd name="connsiteY1" fmla="*/ 67733 h 67733"/>
                <a:gd name="connsiteX2" fmla="*/ 0 w 67733"/>
                <a:gd name="connsiteY2" fmla="*/ 33867 h 67733"/>
                <a:gd name="connsiteX3" fmla="*/ 33867 w 67733"/>
                <a:gd name="connsiteY3" fmla="*/ 0 h 67733"/>
                <a:gd name="connsiteX4" fmla="*/ 67733 w 67733"/>
                <a:gd name="connsiteY4" fmla="*/ 33867 h 6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33" h="67733">
                  <a:moveTo>
                    <a:pt x="67733" y="33867"/>
                  </a:moveTo>
                  <a:cubicBezTo>
                    <a:pt x="67733" y="52571"/>
                    <a:pt x="52571" y="67733"/>
                    <a:pt x="33867" y="67733"/>
                  </a:cubicBezTo>
                  <a:cubicBezTo>
                    <a:pt x="15163" y="67733"/>
                    <a:pt x="0" y="52571"/>
                    <a:pt x="0" y="33867"/>
                  </a:cubicBezTo>
                  <a:cubicBezTo>
                    <a:pt x="0" y="15163"/>
                    <a:pt x="15163" y="0"/>
                    <a:pt x="33867" y="0"/>
                  </a:cubicBezTo>
                  <a:cubicBezTo>
                    <a:pt x="52571" y="0"/>
                    <a:pt x="67733" y="15163"/>
                    <a:pt x="67733" y="33867"/>
                  </a:cubicBezTo>
                  <a:close/>
                </a:path>
              </a:pathLst>
            </a:custGeom>
            <a:solidFill>
              <a:srgbClr val="FFFFFF"/>
            </a:solidFill>
            <a:ln w="9483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任意多边形: 形状 144">
              <a:extLst>
                <a:ext uri="{FF2B5EF4-FFF2-40B4-BE49-F238E27FC236}">
                  <a16:creationId xmlns:a16="http://schemas.microsoft.com/office/drawing/2014/main" id="{0C01E243-7A78-8502-1CC6-06C74E6D511D}"/>
                </a:ext>
              </a:extLst>
            </p:cNvPr>
            <p:cNvSpPr/>
            <p:nvPr/>
          </p:nvSpPr>
          <p:spPr>
            <a:xfrm>
              <a:off x="6305242" y="1407560"/>
              <a:ext cx="67733" cy="67733"/>
            </a:xfrm>
            <a:custGeom>
              <a:avLst/>
              <a:gdLst>
                <a:gd name="connsiteX0" fmla="*/ 67733 w 67733"/>
                <a:gd name="connsiteY0" fmla="*/ 33867 h 67733"/>
                <a:gd name="connsiteX1" fmla="*/ 33867 w 67733"/>
                <a:gd name="connsiteY1" fmla="*/ 67733 h 67733"/>
                <a:gd name="connsiteX2" fmla="*/ 0 w 67733"/>
                <a:gd name="connsiteY2" fmla="*/ 33867 h 67733"/>
                <a:gd name="connsiteX3" fmla="*/ 33867 w 67733"/>
                <a:gd name="connsiteY3" fmla="*/ 0 h 67733"/>
                <a:gd name="connsiteX4" fmla="*/ 67733 w 67733"/>
                <a:gd name="connsiteY4" fmla="*/ 33867 h 6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33" h="67733">
                  <a:moveTo>
                    <a:pt x="67733" y="33867"/>
                  </a:moveTo>
                  <a:cubicBezTo>
                    <a:pt x="67733" y="52571"/>
                    <a:pt x="52571" y="67733"/>
                    <a:pt x="33867" y="67733"/>
                  </a:cubicBezTo>
                  <a:cubicBezTo>
                    <a:pt x="15163" y="67733"/>
                    <a:pt x="0" y="52571"/>
                    <a:pt x="0" y="33867"/>
                  </a:cubicBezTo>
                  <a:cubicBezTo>
                    <a:pt x="0" y="15163"/>
                    <a:pt x="15163" y="0"/>
                    <a:pt x="33867" y="0"/>
                  </a:cubicBezTo>
                  <a:cubicBezTo>
                    <a:pt x="52571" y="0"/>
                    <a:pt x="67733" y="15163"/>
                    <a:pt x="67733" y="33867"/>
                  </a:cubicBezTo>
                  <a:close/>
                </a:path>
              </a:pathLst>
            </a:custGeom>
            <a:solidFill>
              <a:srgbClr val="FFFFFF"/>
            </a:solidFill>
            <a:ln w="9483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任意多边形: 形状 145">
              <a:extLst>
                <a:ext uri="{FF2B5EF4-FFF2-40B4-BE49-F238E27FC236}">
                  <a16:creationId xmlns:a16="http://schemas.microsoft.com/office/drawing/2014/main" id="{E2B102DC-E6E4-0882-8B46-8E89B4335588}"/>
                </a:ext>
              </a:extLst>
            </p:cNvPr>
            <p:cNvSpPr/>
            <p:nvPr/>
          </p:nvSpPr>
          <p:spPr>
            <a:xfrm>
              <a:off x="6305242" y="1515934"/>
              <a:ext cx="67733" cy="67733"/>
            </a:xfrm>
            <a:custGeom>
              <a:avLst/>
              <a:gdLst>
                <a:gd name="connsiteX0" fmla="*/ 67733 w 67733"/>
                <a:gd name="connsiteY0" fmla="*/ 33867 h 67733"/>
                <a:gd name="connsiteX1" fmla="*/ 33867 w 67733"/>
                <a:gd name="connsiteY1" fmla="*/ 67733 h 67733"/>
                <a:gd name="connsiteX2" fmla="*/ 0 w 67733"/>
                <a:gd name="connsiteY2" fmla="*/ 33867 h 67733"/>
                <a:gd name="connsiteX3" fmla="*/ 33867 w 67733"/>
                <a:gd name="connsiteY3" fmla="*/ 0 h 67733"/>
                <a:gd name="connsiteX4" fmla="*/ 67733 w 67733"/>
                <a:gd name="connsiteY4" fmla="*/ 33867 h 6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33" h="67733">
                  <a:moveTo>
                    <a:pt x="67733" y="33867"/>
                  </a:moveTo>
                  <a:cubicBezTo>
                    <a:pt x="67733" y="52571"/>
                    <a:pt x="52571" y="67733"/>
                    <a:pt x="33867" y="67733"/>
                  </a:cubicBezTo>
                  <a:cubicBezTo>
                    <a:pt x="15163" y="67733"/>
                    <a:pt x="0" y="52571"/>
                    <a:pt x="0" y="33867"/>
                  </a:cubicBezTo>
                  <a:cubicBezTo>
                    <a:pt x="0" y="15163"/>
                    <a:pt x="15163" y="0"/>
                    <a:pt x="33867" y="0"/>
                  </a:cubicBezTo>
                  <a:cubicBezTo>
                    <a:pt x="52571" y="0"/>
                    <a:pt x="67733" y="15163"/>
                    <a:pt x="67733" y="33867"/>
                  </a:cubicBezTo>
                  <a:close/>
                </a:path>
              </a:pathLst>
            </a:custGeom>
            <a:solidFill>
              <a:srgbClr val="FFFFFF"/>
            </a:solidFill>
            <a:ln w="9483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任意多边形: 形状 146">
              <a:extLst>
                <a:ext uri="{FF2B5EF4-FFF2-40B4-BE49-F238E27FC236}">
                  <a16:creationId xmlns:a16="http://schemas.microsoft.com/office/drawing/2014/main" id="{88B7B311-E59F-8FF1-7B8C-EF519E1173B1}"/>
                </a:ext>
              </a:extLst>
            </p:cNvPr>
            <p:cNvSpPr/>
            <p:nvPr/>
          </p:nvSpPr>
          <p:spPr>
            <a:xfrm>
              <a:off x="6549082" y="1353374"/>
              <a:ext cx="67733" cy="67733"/>
            </a:xfrm>
            <a:custGeom>
              <a:avLst/>
              <a:gdLst>
                <a:gd name="connsiteX0" fmla="*/ 67733 w 67733"/>
                <a:gd name="connsiteY0" fmla="*/ 33867 h 67733"/>
                <a:gd name="connsiteX1" fmla="*/ 33867 w 67733"/>
                <a:gd name="connsiteY1" fmla="*/ 67733 h 67733"/>
                <a:gd name="connsiteX2" fmla="*/ 0 w 67733"/>
                <a:gd name="connsiteY2" fmla="*/ 33867 h 67733"/>
                <a:gd name="connsiteX3" fmla="*/ 33867 w 67733"/>
                <a:gd name="connsiteY3" fmla="*/ 0 h 67733"/>
                <a:gd name="connsiteX4" fmla="*/ 67733 w 67733"/>
                <a:gd name="connsiteY4" fmla="*/ 33867 h 6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33" h="67733">
                  <a:moveTo>
                    <a:pt x="67733" y="33867"/>
                  </a:moveTo>
                  <a:cubicBezTo>
                    <a:pt x="67733" y="52571"/>
                    <a:pt x="52571" y="67733"/>
                    <a:pt x="33867" y="67733"/>
                  </a:cubicBezTo>
                  <a:cubicBezTo>
                    <a:pt x="15163" y="67733"/>
                    <a:pt x="0" y="52571"/>
                    <a:pt x="0" y="33867"/>
                  </a:cubicBezTo>
                  <a:cubicBezTo>
                    <a:pt x="0" y="15163"/>
                    <a:pt x="15163" y="0"/>
                    <a:pt x="33867" y="0"/>
                  </a:cubicBezTo>
                  <a:cubicBezTo>
                    <a:pt x="52571" y="0"/>
                    <a:pt x="67733" y="15163"/>
                    <a:pt x="67733" y="33867"/>
                  </a:cubicBezTo>
                  <a:close/>
                </a:path>
              </a:pathLst>
            </a:custGeom>
            <a:solidFill>
              <a:srgbClr val="FFFFFF"/>
            </a:solidFill>
            <a:ln w="9483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8" name="任意多边形: 形状 147">
              <a:extLst>
                <a:ext uri="{FF2B5EF4-FFF2-40B4-BE49-F238E27FC236}">
                  <a16:creationId xmlns:a16="http://schemas.microsoft.com/office/drawing/2014/main" id="{77D0A35F-37D5-ABCB-5D9B-36A1B5A1CC9D}"/>
                </a:ext>
              </a:extLst>
            </p:cNvPr>
            <p:cNvSpPr/>
            <p:nvPr/>
          </p:nvSpPr>
          <p:spPr>
            <a:xfrm>
              <a:off x="6549082" y="1461747"/>
              <a:ext cx="67733" cy="67733"/>
            </a:xfrm>
            <a:custGeom>
              <a:avLst/>
              <a:gdLst>
                <a:gd name="connsiteX0" fmla="*/ 67733 w 67733"/>
                <a:gd name="connsiteY0" fmla="*/ 33867 h 67733"/>
                <a:gd name="connsiteX1" fmla="*/ 33867 w 67733"/>
                <a:gd name="connsiteY1" fmla="*/ 67733 h 67733"/>
                <a:gd name="connsiteX2" fmla="*/ 0 w 67733"/>
                <a:gd name="connsiteY2" fmla="*/ 33867 h 67733"/>
                <a:gd name="connsiteX3" fmla="*/ 33867 w 67733"/>
                <a:gd name="connsiteY3" fmla="*/ 0 h 67733"/>
                <a:gd name="connsiteX4" fmla="*/ 67733 w 67733"/>
                <a:gd name="connsiteY4" fmla="*/ 33867 h 6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33" h="67733">
                  <a:moveTo>
                    <a:pt x="67733" y="33867"/>
                  </a:moveTo>
                  <a:cubicBezTo>
                    <a:pt x="67733" y="52571"/>
                    <a:pt x="52571" y="67733"/>
                    <a:pt x="33867" y="67733"/>
                  </a:cubicBezTo>
                  <a:cubicBezTo>
                    <a:pt x="15163" y="67733"/>
                    <a:pt x="0" y="52571"/>
                    <a:pt x="0" y="33867"/>
                  </a:cubicBezTo>
                  <a:cubicBezTo>
                    <a:pt x="0" y="15163"/>
                    <a:pt x="15163" y="0"/>
                    <a:pt x="33867" y="0"/>
                  </a:cubicBezTo>
                  <a:cubicBezTo>
                    <a:pt x="52571" y="0"/>
                    <a:pt x="67733" y="15163"/>
                    <a:pt x="67733" y="33867"/>
                  </a:cubicBezTo>
                  <a:close/>
                </a:path>
              </a:pathLst>
            </a:custGeom>
            <a:solidFill>
              <a:srgbClr val="FFFFFF"/>
            </a:solidFill>
            <a:ln w="9483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1" name="任意多边形: 形状 150">
            <a:extLst>
              <a:ext uri="{FF2B5EF4-FFF2-40B4-BE49-F238E27FC236}">
                <a16:creationId xmlns:a16="http://schemas.microsoft.com/office/drawing/2014/main" id="{B09B7F4D-F6E4-BA03-8911-A1AD504BC067}"/>
              </a:ext>
            </a:extLst>
          </p:cNvPr>
          <p:cNvSpPr/>
          <p:nvPr/>
        </p:nvSpPr>
        <p:spPr>
          <a:xfrm>
            <a:off x="5929217" y="1733413"/>
            <a:ext cx="2314994" cy="630137"/>
          </a:xfrm>
          <a:custGeom>
            <a:avLst/>
            <a:gdLst>
              <a:gd name="connsiteX0" fmla="*/ 1774613 w 1828800"/>
              <a:gd name="connsiteY0" fmla="*/ 0 h 596053"/>
              <a:gd name="connsiteX1" fmla="*/ 1828800 w 1828800"/>
              <a:gd name="connsiteY1" fmla="*/ 54187 h 596053"/>
              <a:gd name="connsiteX2" fmla="*/ 1828800 w 1828800"/>
              <a:gd name="connsiteY2" fmla="*/ 541867 h 596053"/>
              <a:gd name="connsiteX3" fmla="*/ 1774613 w 1828800"/>
              <a:gd name="connsiteY3" fmla="*/ 596053 h 596053"/>
              <a:gd name="connsiteX4" fmla="*/ 54187 w 1828800"/>
              <a:gd name="connsiteY4" fmla="*/ 596053 h 596053"/>
              <a:gd name="connsiteX5" fmla="*/ 0 w 1828800"/>
              <a:gd name="connsiteY5" fmla="*/ 541867 h 596053"/>
              <a:gd name="connsiteX6" fmla="*/ 0 w 1828800"/>
              <a:gd name="connsiteY6" fmla="*/ 54187 h 596053"/>
              <a:gd name="connsiteX7" fmla="*/ 54187 w 1828800"/>
              <a:gd name="connsiteY7" fmla="*/ 0 h 596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596053">
                <a:moveTo>
                  <a:pt x="1774613" y="0"/>
                </a:moveTo>
                <a:cubicBezTo>
                  <a:pt x="1804540" y="0"/>
                  <a:pt x="1828800" y="24260"/>
                  <a:pt x="1828800" y="54187"/>
                </a:cubicBezTo>
                <a:lnTo>
                  <a:pt x="1828800" y="541867"/>
                </a:lnTo>
                <a:cubicBezTo>
                  <a:pt x="1828800" y="571793"/>
                  <a:pt x="1804540" y="596053"/>
                  <a:pt x="1774613" y="596053"/>
                </a:cubicBezTo>
                <a:lnTo>
                  <a:pt x="54187" y="596053"/>
                </a:lnTo>
                <a:cubicBezTo>
                  <a:pt x="24260" y="596053"/>
                  <a:pt x="0" y="571793"/>
                  <a:pt x="0" y="541867"/>
                </a:cubicBezTo>
                <a:lnTo>
                  <a:pt x="0" y="54187"/>
                </a:lnTo>
                <a:cubicBezTo>
                  <a:pt x="0" y="24260"/>
                  <a:pt x="24260" y="0"/>
                  <a:pt x="54187" y="0"/>
                </a:cubicBezTo>
                <a:close/>
              </a:path>
            </a:pathLst>
          </a:custGeom>
          <a:solidFill>
            <a:srgbClr val="FFFFFF"/>
          </a:solidFill>
          <a:ln w="10160" cap="flat">
            <a:solidFill>
              <a:schemeClr val="tx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任意多边形: 形状 151">
            <a:extLst>
              <a:ext uri="{FF2B5EF4-FFF2-40B4-BE49-F238E27FC236}">
                <a16:creationId xmlns:a16="http://schemas.microsoft.com/office/drawing/2014/main" id="{8CD64C2E-F0E5-D045-C9D8-F2890EDD3104}"/>
              </a:ext>
            </a:extLst>
          </p:cNvPr>
          <p:cNvSpPr/>
          <p:nvPr/>
        </p:nvSpPr>
        <p:spPr>
          <a:xfrm>
            <a:off x="6142042" y="1891528"/>
            <a:ext cx="57285" cy="343710"/>
          </a:xfrm>
          <a:custGeom>
            <a:avLst/>
            <a:gdLst>
              <a:gd name="connsiteX0" fmla="*/ 0 w 54186"/>
              <a:gd name="connsiteY0" fmla="*/ 0 h 325119"/>
              <a:gd name="connsiteX1" fmla="*/ 54187 w 54186"/>
              <a:gd name="connsiteY1" fmla="*/ 0 h 325119"/>
              <a:gd name="connsiteX2" fmla="*/ 54187 w 54186"/>
              <a:gd name="connsiteY2" fmla="*/ 325120 h 325119"/>
              <a:gd name="connsiteX3" fmla="*/ 0 w 54186"/>
              <a:gd name="connsiteY3" fmla="*/ 325120 h 3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86" h="325119">
                <a:moveTo>
                  <a:pt x="0" y="0"/>
                </a:moveTo>
                <a:lnTo>
                  <a:pt x="54187" y="0"/>
                </a:lnTo>
                <a:lnTo>
                  <a:pt x="54187" y="325120"/>
                </a:lnTo>
                <a:lnTo>
                  <a:pt x="0" y="325120"/>
                </a:lnTo>
                <a:close/>
              </a:path>
            </a:pathLst>
          </a:custGeom>
          <a:solidFill>
            <a:srgbClr val="D97706">
              <a:alpha val="80000"/>
            </a:srgbClr>
          </a:solidFill>
          <a:ln w="677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任意多边形: 形状 152">
            <a:extLst>
              <a:ext uri="{FF2B5EF4-FFF2-40B4-BE49-F238E27FC236}">
                <a16:creationId xmlns:a16="http://schemas.microsoft.com/office/drawing/2014/main" id="{17AD42CF-45C3-DEFB-5903-A28DBF70DA6B}"/>
              </a:ext>
            </a:extLst>
          </p:cNvPr>
          <p:cNvSpPr/>
          <p:nvPr/>
        </p:nvSpPr>
        <p:spPr>
          <a:xfrm>
            <a:off x="6249451" y="1991776"/>
            <a:ext cx="57285" cy="243462"/>
          </a:xfrm>
          <a:custGeom>
            <a:avLst/>
            <a:gdLst>
              <a:gd name="connsiteX0" fmla="*/ 0 w 54186"/>
              <a:gd name="connsiteY0" fmla="*/ 0 h 230293"/>
              <a:gd name="connsiteX1" fmla="*/ 54187 w 54186"/>
              <a:gd name="connsiteY1" fmla="*/ 0 h 230293"/>
              <a:gd name="connsiteX2" fmla="*/ 54187 w 54186"/>
              <a:gd name="connsiteY2" fmla="*/ 230293 h 230293"/>
              <a:gd name="connsiteX3" fmla="*/ 0 w 54186"/>
              <a:gd name="connsiteY3" fmla="*/ 230293 h 230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86" h="230293">
                <a:moveTo>
                  <a:pt x="0" y="0"/>
                </a:moveTo>
                <a:lnTo>
                  <a:pt x="54187" y="0"/>
                </a:lnTo>
                <a:lnTo>
                  <a:pt x="54187" y="230293"/>
                </a:lnTo>
                <a:lnTo>
                  <a:pt x="0" y="230293"/>
                </a:lnTo>
                <a:close/>
              </a:path>
            </a:pathLst>
          </a:custGeom>
          <a:solidFill>
            <a:srgbClr val="D97706">
              <a:alpha val="80000"/>
            </a:srgbClr>
          </a:solidFill>
          <a:ln w="677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13AD508C-93A0-052D-600E-B8DE7B5F9286}"/>
              </a:ext>
            </a:extLst>
          </p:cNvPr>
          <p:cNvSpPr/>
          <p:nvPr/>
        </p:nvSpPr>
        <p:spPr>
          <a:xfrm>
            <a:off x="6356861" y="2063384"/>
            <a:ext cx="57285" cy="171855"/>
          </a:xfrm>
          <a:custGeom>
            <a:avLst/>
            <a:gdLst>
              <a:gd name="connsiteX0" fmla="*/ 0 w 54186"/>
              <a:gd name="connsiteY0" fmla="*/ 0 h 162559"/>
              <a:gd name="connsiteX1" fmla="*/ 54187 w 54186"/>
              <a:gd name="connsiteY1" fmla="*/ 0 h 162559"/>
              <a:gd name="connsiteX2" fmla="*/ 54187 w 54186"/>
              <a:gd name="connsiteY2" fmla="*/ 162560 h 162559"/>
              <a:gd name="connsiteX3" fmla="*/ 0 w 54186"/>
              <a:gd name="connsiteY3" fmla="*/ 162560 h 16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86" h="162559">
                <a:moveTo>
                  <a:pt x="0" y="0"/>
                </a:moveTo>
                <a:lnTo>
                  <a:pt x="54187" y="0"/>
                </a:lnTo>
                <a:lnTo>
                  <a:pt x="54187" y="162560"/>
                </a:lnTo>
                <a:lnTo>
                  <a:pt x="0" y="162560"/>
                </a:lnTo>
                <a:close/>
              </a:path>
            </a:pathLst>
          </a:custGeom>
          <a:solidFill>
            <a:srgbClr val="D97706">
              <a:alpha val="80000"/>
            </a:srgbClr>
          </a:solidFill>
          <a:ln w="677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任意多边形: 形状 154">
            <a:extLst>
              <a:ext uri="{FF2B5EF4-FFF2-40B4-BE49-F238E27FC236}">
                <a16:creationId xmlns:a16="http://schemas.microsoft.com/office/drawing/2014/main" id="{F9ED176F-2E2B-4DF1-5F55-712850236F2D}"/>
              </a:ext>
            </a:extLst>
          </p:cNvPr>
          <p:cNvSpPr/>
          <p:nvPr/>
        </p:nvSpPr>
        <p:spPr>
          <a:xfrm>
            <a:off x="6464271" y="2127830"/>
            <a:ext cx="57285" cy="107409"/>
          </a:xfrm>
          <a:custGeom>
            <a:avLst/>
            <a:gdLst>
              <a:gd name="connsiteX0" fmla="*/ 0 w 54186"/>
              <a:gd name="connsiteY0" fmla="*/ 0 h 101599"/>
              <a:gd name="connsiteX1" fmla="*/ 54187 w 54186"/>
              <a:gd name="connsiteY1" fmla="*/ 0 h 101599"/>
              <a:gd name="connsiteX2" fmla="*/ 54187 w 54186"/>
              <a:gd name="connsiteY2" fmla="*/ 101600 h 101599"/>
              <a:gd name="connsiteX3" fmla="*/ 0 w 54186"/>
              <a:gd name="connsiteY3" fmla="*/ 101600 h 101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86" h="101599">
                <a:moveTo>
                  <a:pt x="0" y="0"/>
                </a:moveTo>
                <a:lnTo>
                  <a:pt x="54187" y="0"/>
                </a:lnTo>
                <a:lnTo>
                  <a:pt x="54187" y="101600"/>
                </a:lnTo>
                <a:lnTo>
                  <a:pt x="0" y="101600"/>
                </a:lnTo>
                <a:close/>
              </a:path>
            </a:pathLst>
          </a:custGeom>
          <a:solidFill>
            <a:srgbClr val="D97706">
              <a:alpha val="80000"/>
            </a:srgbClr>
          </a:solidFill>
          <a:ln w="677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任意多边形: 形状 155">
            <a:extLst>
              <a:ext uri="{FF2B5EF4-FFF2-40B4-BE49-F238E27FC236}">
                <a16:creationId xmlns:a16="http://schemas.microsoft.com/office/drawing/2014/main" id="{E628055F-D27D-5C7A-C1C2-2B625B3493DD}"/>
              </a:ext>
            </a:extLst>
          </p:cNvPr>
          <p:cNvSpPr/>
          <p:nvPr/>
        </p:nvSpPr>
        <p:spPr>
          <a:xfrm>
            <a:off x="6571681" y="2177955"/>
            <a:ext cx="57285" cy="57285"/>
          </a:xfrm>
          <a:custGeom>
            <a:avLst/>
            <a:gdLst>
              <a:gd name="connsiteX0" fmla="*/ 0 w 54186"/>
              <a:gd name="connsiteY0" fmla="*/ 0 h 54186"/>
              <a:gd name="connsiteX1" fmla="*/ 54187 w 54186"/>
              <a:gd name="connsiteY1" fmla="*/ 0 h 54186"/>
              <a:gd name="connsiteX2" fmla="*/ 54187 w 54186"/>
              <a:gd name="connsiteY2" fmla="*/ 54187 h 54186"/>
              <a:gd name="connsiteX3" fmla="*/ 0 w 54186"/>
              <a:gd name="connsiteY3" fmla="*/ 54187 h 54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86" h="54186">
                <a:moveTo>
                  <a:pt x="0" y="0"/>
                </a:moveTo>
                <a:lnTo>
                  <a:pt x="54187" y="0"/>
                </a:lnTo>
                <a:lnTo>
                  <a:pt x="54187" y="54187"/>
                </a:lnTo>
                <a:lnTo>
                  <a:pt x="0" y="54187"/>
                </a:lnTo>
                <a:close/>
              </a:path>
            </a:pathLst>
          </a:custGeom>
          <a:solidFill>
            <a:srgbClr val="D97706">
              <a:alpha val="80000"/>
            </a:srgbClr>
          </a:solidFill>
          <a:ln w="677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任意多边形: 形状 159">
            <a:extLst>
              <a:ext uri="{FF2B5EF4-FFF2-40B4-BE49-F238E27FC236}">
                <a16:creationId xmlns:a16="http://schemas.microsoft.com/office/drawing/2014/main" id="{6B8A0E6E-E655-8EEA-C6EF-E57F64645B0A}"/>
              </a:ext>
            </a:extLst>
          </p:cNvPr>
          <p:cNvSpPr/>
          <p:nvPr/>
        </p:nvSpPr>
        <p:spPr>
          <a:xfrm>
            <a:off x="5929218" y="2564049"/>
            <a:ext cx="2277087" cy="615815"/>
          </a:xfrm>
          <a:custGeom>
            <a:avLst/>
            <a:gdLst>
              <a:gd name="connsiteX0" fmla="*/ 2099733 w 2153920"/>
              <a:gd name="connsiteY0" fmla="*/ 0 h 582506"/>
              <a:gd name="connsiteX1" fmla="*/ 2153920 w 2153920"/>
              <a:gd name="connsiteY1" fmla="*/ 54187 h 582506"/>
              <a:gd name="connsiteX2" fmla="*/ 2153920 w 2153920"/>
              <a:gd name="connsiteY2" fmla="*/ 528320 h 582506"/>
              <a:gd name="connsiteX3" fmla="*/ 2099733 w 2153920"/>
              <a:gd name="connsiteY3" fmla="*/ 582507 h 582506"/>
              <a:gd name="connsiteX4" fmla="*/ 54187 w 2153920"/>
              <a:gd name="connsiteY4" fmla="*/ 582507 h 582506"/>
              <a:gd name="connsiteX5" fmla="*/ 0 w 2153920"/>
              <a:gd name="connsiteY5" fmla="*/ 528320 h 582506"/>
              <a:gd name="connsiteX6" fmla="*/ 0 w 2153920"/>
              <a:gd name="connsiteY6" fmla="*/ 54187 h 582506"/>
              <a:gd name="connsiteX7" fmla="*/ 54187 w 2153920"/>
              <a:gd name="connsiteY7" fmla="*/ 0 h 58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3920" h="582506">
                <a:moveTo>
                  <a:pt x="2099733" y="0"/>
                </a:moveTo>
                <a:cubicBezTo>
                  <a:pt x="2129660" y="0"/>
                  <a:pt x="2153920" y="24260"/>
                  <a:pt x="2153920" y="54187"/>
                </a:cubicBezTo>
                <a:lnTo>
                  <a:pt x="2153920" y="528320"/>
                </a:lnTo>
                <a:cubicBezTo>
                  <a:pt x="2153920" y="558246"/>
                  <a:pt x="2129660" y="582507"/>
                  <a:pt x="2099733" y="582507"/>
                </a:cubicBezTo>
                <a:lnTo>
                  <a:pt x="54187" y="582507"/>
                </a:lnTo>
                <a:cubicBezTo>
                  <a:pt x="24260" y="582507"/>
                  <a:pt x="0" y="558246"/>
                  <a:pt x="0" y="528320"/>
                </a:cubicBezTo>
                <a:lnTo>
                  <a:pt x="0" y="54187"/>
                </a:lnTo>
                <a:cubicBezTo>
                  <a:pt x="0" y="24260"/>
                  <a:pt x="24260" y="0"/>
                  <a:pt x="54187" y="0"/>
                </a:cubicBezTo>
                <a:close/>
              </a:path>
            </a:pathLst>
          </a:custGeom>
          <a:solidFill>
            <a:srgbClr val="FFFFFF"/>
          </a:solidFill>
          <a:ln w="10160" cap="flat">
            <a:solidFill>
              <a:schemeClr val="tx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任意多边形: 形状 164">
            <a:extLst>
              <a:ext uri="{FF2B5EF4-FFF2-40B4-BE49-F238E27FC236}">
                <a16:creationId xmlns:a16="http://schemas.microsoft.com/office/drawing/2014/main" id="{B3FF18E0-C1F4-8014-5CCC-8CA7F7542491}"/>
              </a:ext>
            </a:extLst>
          </p:cNvPr>
          <p:cNvSpPr/>
          <p:nvPr/>
        </p:nvSpPr>
        <p:spPr>
          <a:xfrm>
            <a:off x="5929217" y="3380364"/>
            <a:ext cx="2291408" cy="630137"/>
          </a:xfrm>
          <a:custGeom>
            <a:avLst/>
            <a:gdLst>
              <a:gd name="connsiteX0" fmla="*/ 2113280 w 2167466"/>
              <a:gd name="connsiteY0" fmla="*/ 0 h 596053"/>
              <a:gd name="connsiteX1" fmla="*/ 2167467 w 2167466"/>
              <a:gd name="connsiteY1" fmla="*/ 54187 h 596053"/>
              <a:gd name="connsiteX2" fmla="*/ 2167467 w 2167466"/>
              <a:gd name="connsiteY2" fmla="*/ 541867 h 596053"/>
              <a:gd name="connsiteX3" fmla="*/ 2113280 w 2167466"/>
              <a:gd name="connsiteY3" fmla="*/ 596053 h 596053"/>
              <a:gd name="connsiteX4" fmla="*/ 54187 w 2167466"/>
              <a:gd name="connsiteY4" fmla="*/ 596053 h 596053"/>
              <a:gd name="connsiteX5" fmla="*/ 0 w 2167466"/>
              <a:gd name="connsiteY5" fmla="*/ 541867 h 596053"/>
              <a:gd name="connsiteX6" fmla="*/ 0 w 2167466"/>
              <a:gd name="connsiteY6" fmla="*/ 54187 h 596053"/>
              <a:gd name="connsiteX7" fmla="*/ 54187 w 2167466"/>
              <a:gd name="connsiteY7" fmla="*/ 0 h 596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67466" h="596053">
                <a:moveTo>
                  <a:pt x="2113280" y="0"/>
                </a:moveTo>
                <a:cubicBezTo>
                  <a:pt x="2143207" y="0"/>
                  <a:pt x="2167467" y="24260"/>
                  <a:pt x="2167467" y="54187"/>
                </a:cubicBezTo>
                <a:lnTo>
                  <a:pt x="2167467" y="541867"/>
                </a:lnTo>
                <a:cubicBezTo>
                  <a:pt x="2167467" y="571793"/>
                  <a:pt x="2143207" y="596053"/>
                  <a:pt x="2113280" y="596053"/>
                </a:cubicBezTo>
                <a:lnTo>
                  <a:pt x="54187" y="596053"/>
                </a:lnTo>
                <a:cubicBezTo>
                  <a:pt x="24260" y="596053"/>
                  <a:pt x="0" y="571793"/>
                  <a:pt x="0" y="541867"/>
                </a:cubicBezTo>
                <a:lnTo>
                  <a:pt x="0" y="54187"/>
                </a:lnTo>
                <a:cubicBezTo>
                  <a:pt x="0" y="24260"/>
                  <a:pt x="24260" y="0"/>
                  <a:pt x="54187" y="0"/>
                </a:cubicBezTo>
                <a:close/>
              </a:path>
            </a:pathLst>
          </a:custGeom>
          <a:solidFill>
            <a:srgbClr val="FFFFFF"/>
          </a:solidFill>
          <a:ln w="10160" cap="flat">
            <a:solidFill>
              <a:schemeClr val="tx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任意多边形: 形状 167">
            <a:extLst>
              <a:ext uri="{FF2B5EF4-FFF2-40B4-BE49-F238E27FC236}">
                <a16:creationId xmlns:a16="http://schemas.microsoft.com/office/drawing/2014/main" id="{B1980A00-122A-4612-5E8E-66BA0D9DF704}"/>
              </a:ext>
            </a:extLst>
          </p:cNvPr>
          <p:cNvSpPr/>
          <p:nvPr/>
        </p:nvSpPr>
        <p:spPr>
          <a:xfrm>
            <a:off x="6435389" y="3780124"/>
            <a:ext cx="114570" cy="114570"/>
          </a:xfrm>
          <a:custGeom>
            <a:avLst/>
            <a:gdLst>
              <a:gd name="connsiteX0" fmla="*/ 108373 w 108373"/>
              <a:gd name="connsiteY0" fmla="*/ 54187 h 108373"/>
              <a:gd name="connsiteX1" fmla="*/ 54187 w 108373"/>
              <a:gd name="connsiteY1" fmla="*/ 108373 h 108373"/>
              <a:gd name="connsiteX2" fmla="*/ 0 w 108373"/>
              <a:gd name="connsiteY2" fmla="*/ 54187 h 108373"/>
              <a:gd name="connsiteX3" fmla="*/ 54187 w 108373"/>
              <a:gd name="connsiteY3" fmla="*/ 0 h 108373"/>
              <a:gd name="connsiteX4" fmla="*/ 108373 w 108373"/>
              <a:gd name="connsiteY4" fmla="*/ 54187 h 1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373" h="108373">
                <a:moveTo>
                  <a:pt x="108373" y="54187"/>
                </a:moveTo>
                <a:cubicBezTo>
                  <a:pt x="108373" y="84113"/>
                  <a:pt x="84113" y="108373"/>
                  <a:pt x="54187" y="108373"/>
                </a:cubicBezTo>
                <a:cubicBezTo>
                  <a:pt x="24260" y="108373"/>
                  <a:pt x="0" y="84113"/>
                  <a:pt x="0" y="54187"/>
                </a:cubicBezTo>
                <a:cubicBezTo>
                  <a:pt x="0" y="24260"/>
                  <a:pt x="24260" y="0"/>
                  <a:pt x="54187" y="0"/>
                </a:cubicBezTo>
                <a:cubicBezTo>
                  <a:pt x="84113" y="0"/>
                  <a:pt x="108373" y="24260"/>
                  <a:pt x="108373" y="54187"/>
                </a:cubicBezTo>
                <a:close/>
              </a:path>
            </a:pathLst>
          </a:custGeom>
          <a:solidFill>
            <a:srgbClr val="D97706"/>
          </a:solidFill>
          <a:ln w="10160" cap="flat">
            <a:solidFill>
              <a:srgbClr val="D97706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任意多边形: 形状 168">
            <a:extLst>
              <a:ext uri="{FF2B5EF4-FFF2-40B4-BE49-F238E27FC236}">
                <a16:creationId xmlns:a16="http://schemas.microsoft.com/office/drawing/2014/main" id="{FC38229E-8DE3-AAA4-E157-01D9B1601BCE}"/>
              </a:ext>
            </a:extLst>
          </p:cNvPr>
          <p:cNvSpPr/>
          <p:nvPr/>
        </p:nvSpPr>
        <p:spPr>
          <a:xfrm>
            <a:off x="6635888" y="3780124"/>
            <a:ext cx="114570" cy="114570"/>
          </a:xfrm>
          <a:custGeom>
            <a:avLst/>
            <a:gdLst>
              <a:gd name="connsiteX0" fmla="*/ 108373 w 108373"/>
              <a:gd name="connsiteY0" fmla="*/ 54187 h 108373"/>
              <a:gd name="connsiteX1" fmla="*/ 54187 w 108373"/>
              <a:gd name="connsiteY1" fmla="*/ 108373 h 108373"/>
              <a:gd name="connsiteX2" fmla="*/ 0 w 108373"/>
              <a:gd name="connsiteY2" fmla="*/ 54187 h 108373"/>
              <a:gd name="connsiteX3" fmla="*/ 54187 w 108373"/>
              <a:gd name="connsiteY3" fmla="*/ 0 h 108373"/>
              <a:gd name="connsiteX4" fmla="*/ 108373 w 108373"/>
              <a:gd name="connsiteY4" fmla="*/ 54187 h 1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373" h="108373">
                <a:moveTo>
                  <a:pt x="108373" y="54187"/>
                </a:moveTo>
                <a:cubicBezTo>
                  <a:pt x="108373" y="84113"/>
                  <a:pt x="84113" y="108373"/>
                  <a:pt x="54187" y="108373"/>
                </a:cubicBezTo>
                <a:cubicBezTo>
                  <a:pt x="24260" y="108373"/>
                  <a:pt x="0" y="84113"/>
                  <a:pt x="0" y="54187"/>
                </a:cubicBezTo>
                <a:cubicBezTo>
                  <a:pt x="0" y="24260"/>
                  <a:pt x="24260" y="0"/>
                  <a:pt x="54187" y="0"/>
                </a:cubicBezTo>
                <a:cubicBezTo>
                  <a:pt x="84113" y="0"/>
                  <a:pt x="108373" y="24260"/>
                  <a:pt x="108373" y="54187"/>
                </a:cubicBezTo>
                <a:close/>
              </a:path>
            </a:pathLst>
          </a:custGeom>
          <a:solidFill>
            <a:srgbClr val="D97706"/>
          </a:solidFill>
          <a:ln w="10160" cap="flat">
            <a:solidFill>
              <a:srgbClr val="D97706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任意多边形: 形状 169">
            <a:extLst>
              <a:ext uri="{FF2B5EF4-FFF2-40B4-BE49-F238E27FC236}">
                <a16:creationId xmlns:a16="http://schemas.microsoft.com/office/drawing/2014/main" id="{16E3A6E4-543B-287F-3DDA-C5ADAE258524}"/>
              </a:ext>
            </a:extLst>
          </p:cNvPr>
          <p:cNvSpPr/>
          <p:nvPr/>
        </p:nvSpPr>
        <p:spPr>
          <a:xfrm>
            <a:off x="6836386" y="3780124"/>
            <a:ext cx="114570" cy="114570"/>
          </a:xfrm>
          <a:custGeom>
            <a:avLst/>
            <a:gdLst>
              <a:gd name="connsiteX0" fmla="*/ 108373 w 108373"/>
              <a:gd name="connsiteY0" fmla="*/ 54187 h 108373"/>
              <a:gd name="connsiteX1" fmla="*/ 54187 w 108373"/>
              <a:gd name="connsiteY1" fmla="*/ 108373 h 108373"/>
              <a:gd name="connsiteX2" fmla="*/ 0 w 108373"/>
              <a:gd name="connsiteY2" fmla="*/ 54187 h 108373"/>
              <a:gd name="connsiteX3" fmla="*/ 54187 w 108373"/>
              <a:gd name="connsiteY3" fmla="*/ 0 h 108373"/>
              <a:gd name="connsiteX4" fmla="*/ 108373 w 108373"/>
              <a:gd name="connsiteY4" fmla="*/ 54187 h 1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373" h="108373">
                <a:moveTo>
                  <a:pt x="108373" y="54187"/>
                </a:moveTo>
                <a:cubicBezTo>
                  <a:pt x="108373" y="84113"/>
                  <a:pt x="84113" y="108373"/>
                  <a:pt x="54187" y="108373"/>
                </a:cubicBezTo>
                <a:cubicBezTo>
                  <a:pt x="24260" y="108373"/>
                  <a:pt x="0" y="84113"/>
                  <a:pt x="0" y="54187"/>
                </a:cubicBezTo>
                <a:cubicBezTo>
                  <a:pt x="0" y="24260"/>
                  <a:pt x="24260" y="0"/>
                  <a:pt x="54187" y="0"/>
                </a:cubicBezTo>
                <a:cubicBezTo>
                  <a:pt x="84113" y="0"/>
                  <a:pt x="108373" y="24260"/>
                  <a:pt x="108373" y="54187"/>
                </a:cubicBezTo>
                <a:close/>
              </a:path>
            </a:pathLst>
          </a:custGeom>
          <a:solidFill>
            <a:srgbClr val="D97706"/>
          </a:solidFill>
          <a:ln w="10160" cap="flat">
            <a:solidFill>
              <a:srgbClr val="D97706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任意多边形: 形状 170">
            <a:extLst>
              <a:ext uri="{FF2B5EF4-FFF2-40B4-BE49-F238E27FC236}">
                <a16:creationId xmlns:a16="http://schemas.microsoft.com/office/drawing/2014/main" id="{799AFBC7-E1F4-2B85-8C3B-5838AE2D70BB}"/>
              </a:ext>
            </a:extLst>
          </p:cNvPr>
          <p:cNvSpPr/>
          <p:nvPr/>
        </p:nvSpPr>
        <p:spPr>
          <a:xfrm>
            <a:off x="7036883" y="3780124"/>
            <a:ext cx="114570" cy="114570"/>
          </a:xfrm>
          <a:custGeom>
            <a:avLst/>
            <a:gdLst>
              <a:gd name="connsiteX0" fmla="*/ 108373 w 108373"/>
              <a:gd name="connsiteY0" fmla="*/ 54187 h 108373"/>
              <a:gd name="connsiteX1" fmla="*/ 54187 w 108373"/>
              <a:gd name="connsiteY1" fmla="*/ 108373 h 108373"/>
              <a:gd name="connsiteX2" fmla="*/ 0 w 108373"/>
              <a:gd name="connsiteY2" fmla="*/ 54187 h 108373"/>
              <a:gd name="connsiteX3" fmla="*/ 54187 w 108373"/>
              <a:gd name="connsiteY3" fmla="*/ 0 h 108373"/>
              <a:gd name="connsiteX4" fmla="*/ 108373 w 108373"/>
              <a:gd name="connsiteY4" fmla="*/ 54187 h 1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373" h="108373">
                <a:moveTo>
                  <a:pt x="108373" y="54187"/>
                </a:moveTo>
                <a:cubicBezTo>
                  <a:pt x="108373" y="84113"/>
                  <a:pt x="84113" y="108373"/>
                  <a:pt x="54187" y="108373"/>
                </a:cubicBezTo>
                <a:cubicBezTo>
                  <a:pt x="24260" y="108373"/>
                  <a:pt x="0" y="84113"/>
                  <a:pt x="0" y="54187"/>
                </a:cubicBezTo>
                <a:cubicBezTo>
                  <a:pt x="0" y="24260"/>
                  <a:pt x="24260" y="0"/>
                  <a:pt x="54187" y="0"/>
                </a:cubicBezTo>
                <a:cubicBezTo>
                  <a:pt x="84113" y="0"/>
                  <a:pt x="108373" y="24260"/>
                  <a:pt x="108373" y="54187"/>
                </a:cubicBezTo>
                <a:close/>
              </a:path>
            </a:pathLst>
          </a:custGeom>
          <a:solidFill>
            <a:srgbClr val="FFFFFF"/>
          </a:solidFill>
          <a:ln w="10160" cap="flat">
            <a:solidFill>
              <a:srgbClr val="667085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任意多边形: 形状 171">
            <a:extLst>
              <a:ext uri="{FF2B5EF4-FFF2-40B4-BE49-F238E27FC236}">
                <a16:creationId xmlns:a16="http://schemas.microsoft.com/office/drawing/2014/main" id="{4819B425-C1EF-4918-6F5E-C7DDC25C5039}"/>
              </a:ext>
            </a:extLst>
          </p:cNvPr>
          <p:cNvSpPr/>
          <p:nvPr/>
        </p:nvSpPr>
        <p:spPr>
          <a:xfrm>
            <a:off x="7237382" y="3780124"/>
            <a:ext cx="114570" cy="114570"/>
          </a:xfrm>
          <a:custGeom>
            <a:avLst/>
            <a:gdLst>
              <a:gd name="connsiteX0" fmla="*/ 108373 w 108373"/>
              <a:gd name="connsiteY0" fmla="*/ 54187 h 108373"/>
              <a:gd name="connsiteX1" fmla="*/ 54187 w 108373"/>
              <a:gd name="connsiteY1" fmla="*/ 108373 h 108373"/>
              <a:gd name="connsiteX2" fmla="*/ 0 w 108373"/>
              <a:gd name="connsiteY2" fmla="*/ 54187 h 108373"/>
              <a:gd name="connsiteX3" fmla="*/ 54187 w 108373"/>
              <a:gd name="connsiteY3" fmla="*/ 0 h 108373"/>
              <a:gd name="connsiteX4" fmla="*/ 108373 w 108373"/>
              <a:gd name="connsiteY4" fmla="*/ 54187 h 1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373" h="108373">
                <a:moveTo>
                  <a:pt x="108373" y="54187"/>
                </a:moveTo>
                <a:cubicBezTo>
                  <a:pt x="108373" y="84113"/>
                  <a:pt x="84113" y="108373"/>
                  <a:pt x="54187" y="108373"/>
                </a:cubicBezTo>
                <a:cubicBezTo>
                  <a:pt x="24260" y="108373"/>
                  <a:pt x="0" y="84113"/>
                  <a:pt x="0" y="54187"/>
                </a:cubicBezTo>
                <a:cubicBezTo>
                  <a:pt x="0" y="24260"/>
                  <a:pt x="24260" y="0"/>
                  <a:pt x="54187" y="0"/>
                </a:cubicBezTo>
                <a:cubicBezTo>
                  <a:pt x="84113" y="0"/>
                  <a:pt x="108373" y="24260"/>
                  <a:pt x="108373" y="54187"/>
                </a:cubicBezTo>
                <a:close/>
              </a:path>
            </a:pathLst>
          </a:custGeom>
          <a:solidFill>
            <a:srgbClr val="FFFFFF"/>
          </a:solidFill>
          <a:ln w="10160" cap="flat">
            <a:solidFill>
              <a:srgbClr val="667085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任意多边形: 形状 172">
            <a:extLst>
              <a:ext uri="{FF2B5EF4-FFF2-40B4-BE49-F238E27FC236}">
                <a16:creationId xmlns:a16="http://schemas.microsoft.com/office/drawing/2014/main" id="{8FCE133A-E1D2-3833-E9B8-0D37C3E29937}"/>
              </a:ext>
            </a:extLst>
          </p:cNvPr>
          <p:cNvSpPr/>
          <p:nvPr/>
        </p:nvSpPr>
        <p:spPr>
          <a:xfrm>
            <a:off x="7437880" y="3780124"/>
            <a:ext cx="114570" cy="114570"/>
          </a:xfrm>
          <a:custGeom>
            <a:avLst/>
            <a:gdLst>
              <a:gd name="connsiteX0" fmla="*/ 108373 w 108373"/>
              <a:gd name="connsiteY0" fmla="*/ 54187 h 108373"/>
              <a:gd name="connsiteX1" fmla="*/ 54187 w 108373"/>
              <a:gd name="connsiteY1" fmla="*/ 108373 h 108373"/>
              <a:gd name="connsiteX2" fmla="*/ 0 w 108373"/>
              <a:gd name="connsiteY2" fmla="*/ 54187 h 108373"/>
              <a:gd name="connsiteX3" fmla="*/ 54187 w 108373"/>
              <a:gd name="connsiteY3" fmla="*/ 0 h 108373"/>
              <a:gd name="connsiteX4" fmla="*/ 108373 w 108373"/>
              <a:gd name="connsiteY4" fmla="*/ 54187 h 1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373" h="108373">
                <a:moveTo>
                  <a:pt x="108373" y="54187"/>
                </a:moveTo>
                <a:cubicBezTo>
                  <a:pt x="108373" y="84113"/>
                  <a:pt x="84113" y="108373"/>
                  <a:pt x="54187" y="108373"/>
                </a:cubicBezTo>
                <a:cubicBezTo>
                  <a:pt x="24260" y="108373"/>
                  <a:pt x="0" y="84113"/>
                  <a:pt x="0" y="54187"/>
                </a:cubicBezTo>
                <a:cubicBezTo>
                  <a:pt x="0" y="24260"/>
                  <a:pt x="24260" y="0"/>
                  <a:pt x="54187" y="0"/>
                </a:cubicBezTo>
                <a:cubicBezTo>
                  <a:pt x="84113" y="0"/>
                  <a:pt x="108373" y="24260"/>
                  <a:pt x="108373" y="54187"/>
                </a:cubicBezTo>
                <a:close/>
              </a:path>
            </a:pathLst>
          </a:custGeom>
          <a:solidFill>
            <a:srgbClr val="FFFFFF"/>
          </a:solidFill>
          <a:ln w="10160" cap="flat">
            <a:solidFill>
              <a:srgbClr val="667085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任意多边形: 形状 173">
            <a:extLst>
              <a:ext uri="{FF2B5EF4-FFF2-40B4-BE49-F238E27FC236}">
                <a16:creationId xmlns:a16="http://schemas.microsoft.com/office/drawing/2014/main" id="{C91024FE-A456-CFE6-C3C4-F58F5C4D520F}"/>
              </a:ext>
            </a:extLst>
          </p:cNvPr>
          <p:cNvSpPr/>
          <p:nvPr/>
        </p:nvSpPr>
        <p:spPr>
          <a:xfrm>
            <a:off x="7638378" y="3780124"/>
            <a:ext cx="114570" cy="114570"/>
          </a:xfrm>
          <a:custGeom>
            <a:avLst/>
            <a:gdLst>
              <a:gd name="connsiteX0" fmla="*/ 108373 w 108373"/>
              <a:gd name="connsiteY0" fmla="*/ 54187 h 108373"/>
              <a:gd name="connsiteX1" fmla="*/ 54187 w 108373"/>
              <a:gd name="connsiteY1" fmla="*/ 108373 h 108373"/>
              <a:gd name="connsiteX2" fmla="*/ 0 w 108373"/>
              <a:gd name="connsiteY2" fmla="*/ 54187 h 108373"/>
              <a:gd name="connsiteX3" fmla="*/ 54187 w 108373"/>
              <a:gd name="connsiteY3" fmla="*/ 0 h 108373"/>
              <a:gd name="connsiteX4" fmla="*/ 108373 w 108373"/>
              <a:gd name="connsiteY4" fmla="*/ 54187 h 1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373" h="108373">
                <a:moveTo>
                  <a:pt x="108373" y="54187"/>
                </a:moveTo>
                <a:cubicBezTo>
                  <a:pt x="108373" y="84113"/>
                  <a:pt x="84113" y="108373"/>
                  <a:pt x="54187" y="108373"/>
                </a:cubicBezTo>
                <a:cubicBezTo>
                  <a:pt x="24260" y="108373"/>
                  <a:pt x="0" y="84113"/>
                  <a:pt x="0" y="54187"/>
                </a:cubicBezTo>
                <a:cubicBezTo>
                  <a:pt x="0" y="24260"/>
                  <a:pt x="24260" y="0"/>
                  <a:pt x="54187" y="0"/>
                </a:cubicBezTo>
                <a:cubicBezTo>
                  <a:pt x="84113" y="0"/>
                  <a:pt x="108373" y="24260"/>
                  <a:pt x="108373" y="54187"/>
                </a:cubicBezTo>
                <a:close/>
              </a:path>
            </a:pathLst>
          </a:custGeom>
          <a:solidFill>
            <a:srgbClr val="FFFFFF"/>
          </a:solidFill>
          <a:ln w="10160" cap="flat">
            <a:solidFill>
              <a:srgbClr val="667085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5151A99C-5BF1-F429-2789-FBA8EA774483}"/>
              </a:ext>
            </a:extLst>
          </p:cNvPr>
          <p:cNvSpPr/>
          <p:nvPr/>
        </p:nvSpPr>
        <p:spPr>
          <a:xfrm>
            <a:off x="8642660" y="146661"/>
            <a:ext cx="2398818" cy="3233703"/>
          </a:xfrm>
          <a:custGeom>
            <a:avLst/>
            <a:gdLst>
              <a:gd name="connsiteX0" fmla="*/ 2187787 w 2269066"/>
              <a:gd name="connsiteY0" fmla="*/ 0 h 3522133"/>
              <a:gd name="connsiteX1" fmla="*/ 2269067 w 2269066"/>
              <a:gd name="connsiteY1" fmla="*/ 81280 h 3522133"/>
              <a:gd name="connsiteX2" fmla="*/ 2269067 w 2269066"/>
              <a:gd name="connsiteY2" fmla="*/ 3440853 h 3522133"/>
              <a:gd name="connsiteX3" fmla="*/ 2187787 w 2269066"/>
              <a:gd name="connsiteY3" fmla="*/ 3522133 h 3522133"/>
              <a:gd name="connsiteX4" fmla="*/ 81280 w 2269066"/>
              <a:gd name="connsiteY4" fmla="*/ 3522133 h 3522133"/>
              <a:gd name="connsiteX5" fmla="*/ 0 w 2269066"/>
              <a:gd name="connsiteY5" fmla="*/ 3440853 h 3522133"/>
              <a:gd name="connsiteX6" fmla="*/ 0 w 2269066"/>
              <a:gd name="connsiteY6" fmla="*/ 81280 h 3522133"/>
              <a:gd name="connsiteX7" fmla="*/ 81280 w 2269066"/>
              <a:gd name="connsiteY7" fmla="*/ 0 h 3522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69066" h="3522133">
                <a:moveTo>
                  <a:pt x="2187787" y="0"/>
                </a:moveTo>
                <a:cubicBezTo>
                  <a:pt x="2232677" y="0"/>
                  <a:pt x="2269067" y="36390"/>
                  <a:pt x="2269067" y="81280"/>
                </a:cubicBezTo>
                <a:lnTo>
                  <a:pt x="2269067" y="3440853"/>
                </a:lnTo>
                <a:cubicBezTo>
                  <a:pt x="2269067" y="3485743"/>
                  <a:pt x="2232677" y="3522133"/>
                  <a:pt x="2187787" y="3522133"/>
                </a:cubicBezTo>
                <a:lnTo>
                  <a:pt x="81280" y="3522133"/>
                </a:lnTo>
                <a:cubicBezTo>
                  <a:pt x="36390" y="3522133"/>
                  <a:pt x="0" y="3485743"/>
                  <a:pt x="0" y="3440853"/>
                </a:cubicBezTo>
                <a:lnTo>
                  <a:pt x="0" y="81280"/>
                </a:lnTo>
                <a:cubicBezTo>
                  <a:pt x="0" y="36390"/>
                  <a:pt x="36390" y="0"/>
                  <a:pt x="81280" y="0"/>
                </a:cubicBezTo>
                <a:close/>
              </a:path>
            </a:pathLst>
          </a:custGeom>
          <a:solidFill>
            <a:srgbClr val="F0FFF4"/>
          </a:solidFill>
          <a:ln w="101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任意多边形: 形状 192">
            <a:extLst>
              <a:ext uri="{FF2B5EF4-FFF2-40B4-BE49-F238E27FC236}">
                <a16:creationId xmlns:a16="http://schemas.microsoft.com/office/drawing/2014/main" id="{DD85F2B0-90EE-8942-D266-280FBCA3CF40}"/>
              </a:ext>
            </a:extLst>
          </p:cNvPr>
          <p:cNvSpPr/>
          <p:nvPr/>
        </p:nvSpPr>
        <p:spPr>
          <a:xfrm>
            <a:off x="8807354" y="289875"/>
            <a:ext cx="243462" cy="243462"/>
          </a:xfrm>
          <a:custGeom>
            <a:avLst/>
            <a:gdLst>
              <a:gd name="connsiteX0" fmla="*/ 230293 w 230293"/>
              <a:gd name="connsiteY0" fmla="*/ 115147 h 230293"/>
              <a:gd name="connsiteX1" fmla="*/ 115147 w 230293"/>
              <a:gd name="connsiteY1" fmla="*/ 230293 h 230293"/>
              <a:gd name="connsiteX2" fmla="*/ 0 w 230293"/>
              <a:gd name="connsiteY2" fmla="*/ 115147 h 230293"/>
              <a:gd name="connsiteX3" fmla="*/ 115147 w 230293"/>
              <a:gd name="connsiteY3" fmla="*/ 0 h 230293"/>
              <a:gd name="connsiteX4" fmla="*/ 230293 w 230293"/>
              <a:gd name="connsiteY4" fmla="*/ 115147 h 230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293" h="230293">
                <a:moveTo>
                  <a:pt x="230293" y="115147"/>
                </a:moveTo>
                <a:cubicBezTo>
                  <a:pt x="230293" y="178741"/>
                  <a:pt x="178740" y="230293"/>
                  <a:pt x="115147" y="230293"/>
                </a:cubicBezTo>
                <a:cubicBezTo>
                  <a:pt x="51553" y="230293"/>
                  <a:pt x="0" y="178741"/>
                  <a:pt x="0" y="115147"/>
                </a:cubicBezTo>
                <a:cubicBezTo>
                  <a:pt x="0" y="51553"/>
                  <a:pt x="51553" y="0"/>
                  <a:pt x="115147" y="0"/>
                </a:cubicBezTo>
                <a:cubicBezTo>
                  <a:pt x="178740" y="0"/>
                  <a:pt x="230293" y="51553"/>
                  <a:pt x="230293" y="115147"/>
                </a:cubicBezTo>
                <a:close/>
              </a:path>
            </a:pathLst>
          </a:custGeom>
          <a:solidFill>
            <a:srgbClr val="2E7D32"/>
          </a:solidFill>
          <a:ln w="677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2B43B1B8-08E0-F0E1-6286-E58240C9493C}"/>
              </a:ext>
            </a:extLst>
          </p:cNvPr>
          <p:cNvSpPr txBox="1"/>
          <p:nvPr/>
        </p:nvSpPr>
        <p:spPr>
          <a:xfrm>
            <a:off x="8800623" y="276589"/>
            <a:ext cx="280846" cy="323165"/>
          </a:xfrm>
          <a:prstGeom prst="rect">
            <a:avLst/>
          </a:prstGeom>
          <a:solidFill>
            <a:srgbClr val="2E7D32"/>
          </a:solidFill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500" b="1" dirty="0">
                <a:ln/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4</a:t>
            </a:r>
          </a:p>
        </p:txBody>
      </p:sp>
      <p:sp>
        <p:nvSpPr>
          <p:cNvPr id="197" name="任意多边形: 形状 196">
            <a:extLst>
              <a:ext uri="{FF2B5EF4-FFF2-40B4-BE49-F238E27FC236}">
                <a16:creationId xmlns:a16="http://schemas.microsoft.com/office/drawing/2014/main" id="{FFA0141E-5A63-96A7-1C10-CC3E68A08D34}"/>
              </a:ext>
            </a:extLst>
          </p:cNvPr>
          <p:cNvSpPr/>
          <p:nvPr/>
        </p:nvSpPr>
        <p:spPr>
          <a:xfrm>
            <a:off x="8857480" y="865413"/>
            <a:ext cx="1969179" cy="1074097"/>
          </a:xfrm>
          <a:custGeom>
            <a:avLst/>
            <a:gdLst>
              <a:gd name="connsiteX0" fmla="*/ 1801707 w 1862666"/>
              <a:gd name="connsiteY0" fmla="*/ 0 h 1015999"/>
              <a:gd name="connsiteX1" fmla="*/ 1862667 w 1862666"/>
              <a:gd name="connsiteY1" fmla="*/ 60960 h 1015999"/>
              <a:gd name="connsiteX2" fmla="*/ 1862667 w 1862666"/>
              <a:gd name="connsiteY2" fmla="*/ 955040 h 1015999"/>
              <a:gd name="connsiteX3" fmla="*/ 1801707 w 1862666"/>
              <a:gd name="connsiteY3" fmla="*/ 1016000 h 1015999"/>
              <a:gd name="connsiteX4" fmla="*/ 60960 w 1862666"/>
              <a:gd name="connsiteY4" fmla="*/ 1016000 h 1015999"/>
              <a:gd name="connsiteX5" fmla="*/ 0 w 1862666"/>
              <a:gd name="connsiteY5" fmla="*/ 955040 h 1015999"/>
              <a:gd name="connsiteX6" fmla="*/ 0 w 1862666"/>
              <a:gd name="connsiteY6" fmla="*/ 60960 h 1015999"/>
              <a:gd name="connsiteX7" fmla="*/ 60960 w 1862666"/>
              <a:gd name="connsiteY7" fmla="*/ 0 h 10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62666" h="1015999">
                <a:moveTo>
                  <a:pt x="1801707" y="0"/>
                </a:moveTo>
                <a:cubicBezTo>
                  <a:pt x="1835374" y="0"/>
                  <a:pt x="1862667" y="27293"/>
                  <a:pt x="1862667" y="60960"/>
                </a:cubicBezTo>
                <a:lnTo>
                  <a:pt x="1862667" y="955040"/>
                </a:lnTo>
                <a:cubicBezTo>
                  <a:pt x="1862667" y="988707"/>
                  <a:pt x="1835374" y="1016000"/>
                  <a:pt x="1801707" y="1016000"/>
                </a:cubicBezTo>
                <a:lnTo>
                  <a:pt x="60960" y="1016000"/>
                </a:lnTo>
                <a:cubicBezTo>
                  <a:pt x="27293" y="1016000"/>
                  <a:pt x="0" y="988707"/>
                  <a:pt x="0" y="955040"/>
                </a:cubicBezTo>
                <a:lnTo>
                  <a:pt x="0" y="60960"/>
                </a:lnTo>
                <a:cubicBezTo>
                  <a:pt x="0" y="27293"/>
                  <a:pt x="27293" y="0"/>
                  <a:pt x="60960" y="0"/>
                </a:cubicBezTo>
                <a:close/>
              </a:path>
            </a:pathLst>
          </a:custGeom>
          <a:solidFill>
            <a:srgbClr val="FFFFFF"/>
          </a:solidFill>
          <a:ln w="10160" cap="flat">
            <a:solidFill>
              <a:schemeClr val="tx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任意多边形: 形状 200">
            <a:extLst>
              <a:ext uri="{FF2B5EF4-FFF2-40B4-BE49-F238E27FC236}">
                <a16:creationId xmlns:a16="http://schemas.microsoft.com/office/drawing/2014/main" id="{F677B6B4-F5A9-251F-47F3-56C9E7A70939}"/>
              </a:ext>
            </a:extLst>
          </p:cNvPr>
          <p:cNvSpPr/>
          <p:nvPr/>
        </p:nvSpPr>
        <p:spPr>
          <a:xfrm>
            <a:off x="9380129" y="1646532"/>
            <a:ext cx="85928" cy="214819"/>
          </a:xfrm>
          <a:custGeom>
            <a:avLst/>
            <a:gdLst>
              <a:gd name="connsiteX0" fmla="*/ 0 w 81280"/>
              <a:gd name="connsiteY0" fmla="*/ 0 h 203199"/>
              <a:gd name="connsiteX1" fmla="*/ 81280 w 81280"/>
              <a:gd name="connsiteY1" fmla="*/ 0 h 203199"/>
              <a:gd name="connsiteX2" fmla="*/ 81280 w 81280"/>
              <a:gd name="connsiteY2" fmla="*/ 203200 h 203199"/>
              <a:gd name="connsiteX3" fmla="*/ 0 w 81280"/>
              <a:gd name="connsiteY3" fmla="*/ 203200 h 203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80" h="203199">
                <a:moveTo>
                  <a:pt x="0" y="0"/>
                </a:moveTo>
                <a:lnTo>
                  <a:pt x="81280" y="0"/>
                </a:lnTo>
                <a:lnTo>
                  <a:pt x="81280" y="203200"/>
                </a:lnTo>
                <a:lnTo>
                  <a:pt x="0" y="203200"/>
                </a:lnTo>
                <a:close/>
              </a:path>
            </a:pathLst>
          </a:custGeom>
          <a:solidFill>
            <a:srgbClr val="2E7D32">
              <a:alpha val="55000"/>
            </a:srgbClr>
          </a:solidFill>
          <a:ln w="677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2" name="任意多边形: 形状 201">
            <a:extLst>
              <a:ext uri="{FF2B5EF4-FFF2-40B4-BE49-F238E27FC236}">
                <a16:creationId xmlns:a16="http://schemas.microsoft.com/office/drawing/2014/main" id="{E8E8F733-D3FB-3282-704E-167B81C10209}"/>
              </a:ext>
            </a:extLst>
          </p:cNvPr>
          <p:cNvSpPr/>
          <p:nvPr/>
        </p:nvSpPr>
        <p:spPr>
          <a:xfrm>
            <a:off x="9509021" y="1488997"/>
            <a:ext cx="85928" cy="372354"/>
          </a:xfrm>
          <a:custGeom>
            <a:avLst/>
            <a:gdLst>
              <a:gd name="connsiteX0" fmla="*/ 0 w 81280"/>
              <a:gd name="connsiteY0" fmla="*/ 0 h 352213"/>
              <a:gd name="connsiteX1" fmla="*/ 81280 w 81280"/>
              <a:gd name="connsiteY1" fmla="*/ 0 h 352213"/>
              <a:gd name="connsiteX2" fmla="*/ 81280 w 81280"/>
              <a:gd name="connsiteY2" fmla="*/ 352213 h 352213"/>
              <a:gd name="connsiteX3" fmla="*/ 0 w 81280"/>
              <a:gd name="connsiteY3" fmla="*/ 352213 h 352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80" h="352213">
                <a:moveTo>
                  <a:pt x="0" y="0"/>
                </a:moveTo>
                <a:lnTo>
                  <a:pt x="81280" y="0"/>
                </a:lnTo>
                <a:lnTo>
                  <a:pt x="81280" y="352213"/>
                </a:lnTo>
                <a:lnTo>
                  <a:pt x="0" y="352213"/>
                </a:lnTo>
                <a:close/>
              </a:path>
            </a:pathLst>
          </a:custGeom>
          <a:solidFill>
            <a:srgbClr val="2E7D32">
              <a:alpha val="55000"/>
            </a:srgbClr>
          </a:solidFill>
          <a:ln w="677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4C58422B-2963-CEDA-F71D-0242183F9561}"/>
              </a:ext>
            </a:extLst>
          </p:cNvPr>
          <p:cNvSpPr/>
          <p:nvPr/>
        </p:nvSpPr>
        <p:spPr>
          <a:xfrm>
            <a:off x="9637913" y="1589245"/>
            <a:ext cx="85928" cy="272104"/>
          </a:xfrm>
          <a:custGeom>
            <a:avLst/>
            <a:gdLst>
              <a:gd name="connsiteX0" fmla="*/ 0 w 81280"/>
              <a:gd name="connsiteY0" fmla="*/ 0 h 257386"/>
              <a:gd name="connsiteX1" fmla="*/ 81280 w 81280"/>
              <a:gd name="connsiteY1" fmla="*/ 0 h 257386"/>
              <a:gd name="connsiteX2" fmla="*/ 81280 w 81280"/>
              <a:gd name="connsiteY2" fmla="*/ 257387 h 257386"/>
              <a:gd name="connsiteX3" fmla="*/ 0 w 81280"/>
              <a:gd name="connsiteY3" fmla="*/ 257387 h 257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80" h="257386">
                <a:moveTo>
                  <a:pt x="0" y="0"/>
                </a:moveTo>
                <a:lnTo>
                  <a:pt x="81280" y="0"/>
                </a:lnTo>
                <a:lnTo>
                  <a:pt x="81280" y="257387"/>
                </a:lnTo>
                <a:lnTo>
                  <a:pt x="0" y="257387"/>
                </a:lnTo>
                <a:close/>
              </a:path>
            </a:pathLst>
          </a:custGeom>
          <a:solidFill>
            <a:srgbClr val="2E7D32">
              <a:alpha val="55000"/>
            </a:srgbClr>
          </a:solidFill>
          <a:ln w="677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任意多边形: 形状 203">
            <a:extLst>
              <a:ext uri="{FF2B5EF4-FFF2-40B4-BE49-F238E27FC236}">
                <a16:creationId xmlns:a16="http://schemas.microsoft.com/office/drawing/2014/main" id="{F3C7A564-9F57-3DC5-46B6-4604C93C6F98}"/>
              </a:ext>
            </a:extLst>
          </p:cNvPr>
          <p:cNvSpPr/>
          <p:nvPr/>
        </p:nvSpPr>
        <p:spPr>
          <a:xfrm>
            <a:off x="9766805" y="1703817"/>
            <a:ext cx="85928" cy="157534"/>
          </a:xfrm>
          <a:custGeom>
            <a:avLst/>
            <a:gdLst>
              <a:gd name="connsiteX0" fmla="*/ 0 w 81280"/>
              <a:gd name="connsiteY0" fmla="*/ 0 h 149013"/>
              <a:gd name="connsiteX1" fmla="*/ 81280 w 81280"/>
              <a:gd name="connsiteY1" fmla="*/ 0 h 149013"/>
              <a:gd name="connsiteX2" fmla="*/ 81280 w 81280"/>
              <a:gd name="connsiteY2" fmla="*/ 149013 h 149013"/>
              <a:gd name="connsiteX3" fmla="*/ 0 w 81280"/>
              <a:gd name="connsiteY3" fmla="*/ 149013 h 149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80" h="149013">
                <a:moveTo>
                  <a:pt x="0" y="0"/>
                </a:moveTo>
                <a:lnTo>
                  <a:pt x="81280" y="0"/>
                </a:lnTo>
                <a:lnTo>
                  <a:pt x="81280" y="149013"/>
                </a:lnTo>
                <a:lnTo>
                  <a:pt x="0" y="149013"/>
                </a:lnTo>
                <a:close/>
              </a:path>
            </a:pathLst>
          </a:custGeom>
          <a:solidFill>
            <a:srgbClr val="2E7D32">
              <a:alpha val="55000"/>
            </a:srgbClr>
          </a:solidFill>
          <a:ln w="677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任意多边形: 形状 204">
            <a:extLst>
              <a:ext uri="{FF2B5EF4-FFF2-40B4-BE49-F238E27FC236}">
                <a16:creationId xmlns:a16="http://schemas.microsoft.com/office/drawing/2014/main" id="{5C1020DD-7EDA-BC34-2885-21A23FD6F36D}"/>
              </a:ext>
            </a:extLst>
          </p:cNvPr>
          <p:cNvSpPr/>
          <p:nvPr/>
        </p:nvSpPr>
        <p:spPr>
          <a:xfrm>
            <a:off x="9895696" y="1775424"/>
            <a:ext cx="85928" cy="85927"/>
          </a:xfrm>
          <a:custGeom>
            <a:avLst/>
            <a:gdLst>
              <a:gd name="connsiteX0" fmla="*/ 0 w 81280"/>
              <a:gd name="connsiteY0" fmla="*/ 0 h 81279"/>
              <a:gd name="connsiteX1" fmla="*/ 81280 w 81280"/>
              <a:gd name="connsiteY1" fmla="*/ 0 h 81279"/>
              <a:gd name="connsiteX2" fmla="*/ 81280 w 81280"/>
              <a:gd name="connsiteY2" fmla="*/ 81280 h 81279"/>
              <a:gd name="connsiteX3" fmla="*/ 0 w 81280"/>
              <a:gd name="connsiteY3" fmla="*/ 81280 h 81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80" h="81279">
                <a:moveTo>
                  <a:pt x="0" y="0"/>
                </a:moveTo>
                <a:lnTo>
                  <a:pt x="81280" y="0"/>
                </a:lnTo>
                <a:lnTo>
                  <a:pt x="81280" y="81280"/>
                </a:lnTo>
                <a:lnTo>
                  <a:pt x="0" y="81280"/>
                </a:lnTo>
                <a:close/>
              </a:path>
            </a:pathLst>
          </a:custGeom>
          <a:solidFill>
            <a:srgbClr val="2E7D32">
              <a:alpha val="55000"/>
            </a:srgbClr>
          </a:solidFill>
          <a:ln w="677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任意多边形: 形状 205">
            <a:extLst>
              <a:ext uri="{FF2B5EF4-FFF2-40B4-BE49-F238E27FC236}">
                <a16:creationId xmlns:a16="http://schemas.microsoft.com/office/drawing/2014/main" id="{0FF056B1-27A5-6FC4-FC50-3123DF7A5901}"/>
              </a:ext>
            </a:extLst>
          </p:cNvPr>
          <p:cNvSpPr/>
          <p:nvPr/>
        </p:nvSpPr>
        <p:spPr>
          <a:xfrm>
            <a:off x="10024588" y="1804066"/>
            <a:ext cx="85928" cy="57285"/>
          </a:xfrm>
          <a:custGeom>
            <a:avLst/>
            <a:gdLst>
              <a:gd name="connsiteX0" fmla="*/ 0 w 81280"/>
              <a:gd name="connsiteY0" fmla="*/ 0 h 54186"/>
              <a:gd name="connsiteX1" fmla="*/ 81280 w 81280"/>
              <a:gd name="connsiteY1" fmla="*/ 0 h 54186"/>
              <a:gd name="connsiteX2" fmla="*/ 81280 w 81280"/>
              <a:gd name="connsiteY2" fmla="*/ 54187 h 54186"/>
              <a:gd name="connsiteX3" fmla="*/ 0 w 81280"/>
              <a:gd name="connsiteY3" fmla="*/ 54187 h 54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80" h="54186">
                <a:moveTo>
                  <a:pt x="0" y="0"/>
                </a:moveTo>
                <a:lnTo>
                  <a:pt x="81280" y="0"/>
                </a:lnTo>
                <a:lnTo>
                  <a:pt x="81280" y="54187"/>
                </a:lnTo>
                <a:lnTo>
                  <a:pt x="0" y="54187"/>
                </a:lnTo>
                <a:close/>
              </a:path>
            </a:pathLst>
          </a:custGeom>
          <a:solidFill>
            <a:srgbClr val="2E7D32">
              <a:alpha val="55000"/>
            </a:srgbClr>
          </a:solidFill>
          <a:ln w="677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C07FF31D-2C5B-9508-68F9-F7BBC6A3C0BB}"/>
              </a:ext>
            </a:extLst>
          </p:cNvPr>
          <p:cNvSpPr/>
          <p:nvPr/>
        </p:nvSpPr>
        <p:spPr>
          <a:xfrm>
            <a:off x="8857480" y="2204495"/>
            <a:ext cx="1969179" cy="1069909"/>
          </a:xfrm>
          <a:custGeom>
            <a:avLst/>
            <a:gdLst>
              <a:gd name="connsiteX0" fmla="*/ 1801707 w 1862666"/>
              <a:gd name="connsiteY0" fmla="*/ 0 h 1422399"/>
              <a:gd name="connsiteX1" fmla="*/ 1862667 w 1862666"/>
              <a:gd name="connsiteY1" fmla="*/ 60960 h 1422399"/>
              <a:gd name="connsiteX2" fmla="*/ 1862667 w 1862666"/>
              <a:gd name="connsiteY2" fmla="*/ 1361440 h 1422399"/>
              <a:gd name="connsiteX3" fmla="*/ 1801707 w 1862666"/>
              <a:gd name="connsiteY3" fmla="*/ 1422400 h 1422399"/>
              <a:gd name="connsiteX4" fmla="*/ 60960 w 1862666"/>
              <a:gd name="connsiteY4" fmla="*/ 1422400 h 1422399"/>
              <a:gd name="connsiteX5" fmla="*/ 0 w 1862666"/>
              <a:gd name="connsiteY5" fmla="*/ 1361440 h 1422399"/>
              <a:gd name="connsiteX6" fmla="*/ 0 w 1862666"/>
              <a:gd name="connsiteY6" fmla="*/ 60960 h 1422399"/>
              <a:gd name="connsiteX7" fmla="*/ 60960 w 1862666"/>
              <a:gd name="connsiteY7" fmla="*/ 0 h 1422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62666" h="1422399">
                <a:moveTo>
                  <a:pt x="1801707" y="0"/>
                </a:moveTo>
                <a:cubicBezTo>
                  <a:pt x="1835374" y="0"/>
                  <a:pt x="1862667" y="27293"/>
                  <a:pt x="1862667" y="60960"/>
                </a:cubicBezTo>
                <a:lnTo>
                  <a:pt x="1862667" y="1361440"/>
                </a:lnTo>
                <a:cubicBezTo>
                  <a:pt x="1862667" y="1395107"/>
                  <a:pt x="1835374" y="1422400"/>
                  <a:pt x="1801707" y="1422400"/>
                </a:cubicBezTo>
                <a:lnTo>
                  <a:pt x="60960" y="1422400"/>
                </a:lnTo>
                <a:cubicBezTo>
                  <a:pt x="27293" y="1422400"/>
                  <a:pt x="0" y="1395107"/>
                  <a:pt x="0" y="1361440"/>
                </a:cubicBezTo>
                <a:lnTo>
                  <a:pt x="0" y="60960"/>
                </a:lnTo>
                <a:cubicBezTo>
                  <a:pt x="0" y="27293"/>
                  <a:pt x="27293" y="0"/>
                  <a:pt x="60960" y="0"/>
                </a:cubicBezTo>
                <a:close/>
              </a:path>
            </a:pathLst>
          </a:custGeom>
          <a:solidFill>
            <a:srgbClr val="FFFFFF"/>
          </a:solidFill>
          <a:ln w="10160" cap="flat">
            <a:solidFill>
              <a:schemeClr val="tx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" name="任意多边形: 形状 211">
            <a:extLst>
              <a:ext uri="{FF2B5EF4-FFF2-40B4-BE49-F238E27FC236}">
                <a16:creationId xmlns:a16="http://schemas.microsoft.com/office/drawing/2014/main" id="{9449BA1E-CF13-2B23-DB97-7A9A89CADAF2}"/>
              </a:ext>
            </a:extLst>
          </p:cNvPr>
          <p:cNvSpPr/>
          <p:nvPr/>
        </p:nvSpPr>
        <p:spPr>
          <a:xfrm>
            <a:off x="9144099" y="2802789"/>
            <a:ext cx="157534" cy="157534"/>
          </a:xfrm>
          <a:custGeom>
            <a:avLst/>
            <a:gdLst>
              <a:gd name="connsiteX0" fmla="*/ 149013 w 149013"/>
              <a:gd name="connsiteY0" fmla="*/ 74507 h 149013"/>
              <a:gd name="connsiteX1" fmla="*/ 74507 w 149013"/>
              <a:gd name="connsiteY1" fmla="*/ 149013 h 149013"/>
              <a:gd name="connsiteX2" fmla="*/ 0 w 149013"/>
              <a:gd name="connsiteY2" fmla="*/ 74507 h 149013"/>
              <a:gd name="connsiteX3" fmla="*/ 74507 w 149013"/>
              <a:gd name="connsiteY3" fmla="*/ 0 h 149013"/>
              <a:gd name="connsiteX4" fmla="*/ 149013 w 149013"/>
              <a:gd name="connsiteY4" fmla="*/ 74507 h 149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13" h="149013">
                <a:moveTo>
                  <a:pt x="149013" y="74507"/>
                </a:moveTo>
                <a:cubicBezTo>
                  <a:pt x="149013" y="115656"/>
                  <a:pt x="115655" y="149013"/>
                  <a:pt x="74507" y="149013"/>
                </a:cubicBezTo>
                <a:cubicBezTo>
                  <a:pt x="33358" y="149013"/>
                  <a:pt x="0" y="115656"/>
                  <a:pt x="0" y="74507"/>
                </a:cubicBezTo>
                <a:cubicBezTo>
                  <a:pt x="0" y="33358"/>
                  <a:pt x="33358" y="0"/>
                  <a:pt x="74507" y="0"/>
                </a:cubicBezTo>
                <a:cubicBezTo>
                  <a:pt x="115655" y="0"/>
                  <a:pt x="149013" y="33358"/>
                  <a:pt x="149013" y="74507"/>
                </a:cubicBezTo>
                <a:close/>
              </a:path>
            </a:pathLst>
          </a:custGeom>
          <a:solidFill>
            <a:srgbClr val="B9E6B7"/>
          </a:solidFill>
          <a:ln w="9483" cap="flat">
            <a:solidFill>
              <a:srgbClr val="2E7D32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任意多边形: 形状 212">
            <a:extLst>
              <a:ext uri="{FF2B5EF4-FFF2-40B4-BE49-F238E27FC236}">
                <a16:creationId xmlns:a16="http://schemas.microsoft.com/office/drawing/2014/main" id="{A28D7EF1-47E0-C5F9-260B-11E4BCC7B7A8}"/>
              </a:ext>
            </a:extLst>
          </p:cNvPr>
          <p:cNvSpPr/>
          <p:nvPr/>
        </p:nvSpPr>
        <p:spPr>
          <a:xfrm>
            <a:off x="9337436" y="2802789"/>
            <a:ext cx="157534" cy="157534"/>
          </a:xfrm>
          <a:custGeom>
            <a:avLst/>
            <a:gdLst>
              <a:gd name="connsiteX0" fmla="*/ 149013 w 149013"/>
              <a:gd name="connsiteY0" fmla="*/ 74507 h 149013"/>
              <a:gd name="connsiteX1" fmla="*/ 74507 w 149013"/>
              <a:gd name="connsiteY1" fmla="*/ 149013 h 149013"/>
              <a:gd name="connsiteX2" fmla="*/ 0 w 149013"/>
              <a:gd name="connsiteY2" fmla="*/ 74507 h 149013"/>
              <a:gd name="connsiteX3" fmla="*/ 74507 w 149013"/>
              <a:gd name="connsiteY3" fmla="*/ 0 h 149013"/>
              <a:gd name="connsiteX4" fmla="*/ 149013 w 149013"/>
              <a:gd name="connsiteY4" fmla="*/ 74507 h 149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13" h="149013">
                <a:moveTo>
                  <a:pt x="149013" y="74507"/>
                </a:moveTo>
                <a:cubicBezTo>
                  <a:pt x="149013" y="115656"/>
                  <a:pt x="115655" y="149013"/>
                  <a:pt x="74507" y="149013"/>
                </a:cubicBezTo>
                <a:cubicBezTo>
                  <a:pt x="33358" y="149013"/>
                  <a:pt x="0" y="115656"/>
                  <a:pt x="0" y="74507"/>
                </a:cubicBezTo>
                <a:cubicBezTo>
                  <a:pt x="0" y="33358"/>
                  <a:pt x="33358" y="0"/>
                  <a:pt x="74507" y="0"/>
                </a:cubicBezTo>
                <a:cubicBezTo>
                  <a:pt x="115655" y="0"/>
                  <a:pt x="149013" y="33358"/>
                  <a:pt x="149013" y="74507"/>
                </a:cubicBezTo>
                <a:close/>
              </a:path>
            </a:pathLst>
          </a:custGeom>
          <a:solidFill>
            <a:srgbClr val="8FD18B"/>
          </a:solidFill>
          <a:ln w="9483" cap="flat">
            <a:solidFill>
              <a:srgbClr val="2E7D32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任意多边形: 形状 213">
            <a:extLst>
              <a:ext uri="{FF2B5EF4-FFF2-40B4-BE49-F238E27FC236}">
                <a16:creationId xmlns:a16="http://schemas.microsoft.com/office/drawing/2014/main" id="{DAB88F6C-37BE-210D-1CA7-823B40E8CDD0}"/>
              </a:ext>
            </a:extLst>
          </p:cNvPr>
          <p:cNvSpPr/>
          <p:nvPr/>
        </p:nvSpPr>
        <p:spPr>
          <a:xfrm>
            <a:off x="9530774" y="2802789"/>
            <a:ext cx="157534" cy="157534"/>
          </a:xfrm>
          <a:custGeom>
            <a:avLst/>
            <a:gdLst>
              <a:gd name="connsiteX0" fmla="*/ 149013 w 149013"/>
              <a:gd name="connsiteY0" fmla="*/ 74507 h 149013"/>
              <a:gd name="connsiteX1" fmla="*/ 74507 w 149013"/>
              <a:gd name="connsiteY1" fmla="*/ 149013 h 149013"/>
              <a:gd name="connsiteX2" fmla="*/ 0 w 149013"/>
              <a:gd name="connsiteY2" fmla="*/ 74507 h 149013"/>
              <a:gd name="connsiteX3" fmla="*/ 74507 w 149013"/>
              <a:gd name="connsiteY3" fmla="*/ 0 h 149013"/>
              <a:gd name="connsiteX4" fmla="*/ 149013 w 149013"/>
              <a:gd name="connsiteY4" fmla="*/ 74507 h 149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13" h="149013">
                <a:moveTo>
                  <a:pt x="149013" y="74507"/>
                </a:moveTo>
                <a:cubicBezTo>
                  <a:pt x="149013" y="115656"/>
                  <a:pt x="115655" y="149013"/>
                  <a:pt x="74507" y="149013"/>
                </a:cubicBezTo>
                <a:cubicBezTo>
                  <a:pt x="33358" y="149013"/>
                  <a:pt x="0" y="115656"/>
                  <a:pt x="0" y="74507"/>
                </a:cubicBezTo>
                <a:cubicBezTo>
                  <a:pt x="0" y="33358"/>
                  <a:pt x="33358" y="0"/>
                  <a:pt x="74507" y="0"/>
                </a:cubicBezTo>
                <a:cubicBezTo>
                  <a:pt x="115655" y="0"/>
                  <a:pt x="149013" y="33358"/>
                  <a:pt x="149013" y="74507"/>
                </a:cubicBezTo>
                <a:close/>
              </a:path>
            </a:pathLst>
          </a:custGeom>
          <a:solidFill>
            <a:srgbClr val="4CAF50"/>
          </a:solidFill>
          <a:ln w="9483" cap="flat">
            <a:solidFill>
              <a:srgbClr val="2E7D32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任意多边形: 形状 214">
            <a:extLst>
              <a:ext uri="{FF2B5EF4-FFF2-40B4-BE49-F238E27FC236}">
                <a16:creationId xmlns:a16="http://schemas.microsoft.com/office/drawing/2014/main" id="{F76FF515-0AAD-905F-37D6-F8B1234DF11B}"/>
              </a:ext>
            </a:extLst>
          </p:cNvPr>
          <p:cNvSpPr/>
          <p:nvPr/>
        </p:nvSpPr>
        <p:spPr>
          <a:xfrm>
            <a:off x="9724111" y="2802789"/>
            <a:ext cx="157534" cy="157534"/>
          </a:xfrm>
          <a:custGeom>
            <a:avLst/>
            <a:gdLst>
              <a:gd name="connsiteX0" fmla="*/ 149013 w 149013"/>
              <a:gd name="connsiteY0" fmla="*/ 74507 h 149013"/>
              <a:gd name="connsiteX1" fmla="*/ 74507 w 149013"/>
              <a:gd name="connsiteY1" fmla="*/ 149013 h 149013"/>
              <a:gd name="connsiteX2" fmla="*/ 0 w 149013"/>
              <a:gd name="connsiteY2" fmla="*/ 74507 h 149013"/>
              <a:gd name="connsiteX3" fmla="*/ 74507 w 149013"/>
              <a:gd name="connsiteY3" fmla="*/ 0 h 149013"/>
              <a:gd name="connsiteX4" fmla="*/ 149013 w 149013"/>
              <a:gd name="connsiteY4" fmla="*/ 74507 h 149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13" h="149013">
                <a:moveTo>
                  <a:pt x="149013" y="74507"/>
                </a:moveTo>
                <a:cubicBezTo>
                  <a:pt x="149013" y="115656"/>
                  <a:pt x="115655" y="149013"/>
                  <a:pt x="74507" y="149013"/>
                </a:cubicBezTo>
                <a:cubicBezTo>
                  <a:pt x="33358" y="149013"/>
                  <a:pt x="0" y="115656"/>
                  <a:pt x="0" y="74507"/>
                </a:cubicBezTo>
                <a:cubicBezTo>
                  <a:pt x="0" y="33358"/>
                  <a:pt x="33358" y="0"/>
                  <a:pt x="74507" y="0"/>
                </a:cubicBezTo>
                <a:cubicBezTo>
                  <a:pt x="115655" y="0"/>
                  <a:pt x="149013" y="33358"/>
                  <a:pt x="149013" y="74507"/>
                </a:cubicBezTo>
                <a:close/>
              </a:path>
            </a:pathLst>
          </a:custGeom>
          <a:solidFill>
            <a:srgbClr val="FFFFFF"/>
          </a:solidFill>
          <a:ln w="9483" cap="flat">
            <a:solidFill>
              <a:srgbClr val="2E7D32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任意多边形: 形状 215">
            <a:extLst>
              <a:ext uri="{FF2B5EF4-FFF2-40B4-BE49-F238E27FC236}">
                <a16:creationId xmlns:a16="http://schemas.microsoft.com/office/drawing/2014/main" id="{33688A2B-7F90-E32B-E7F8-BF34BCACE4BB}"/>
              </a:ext>
            </a:extLst>
          </p:cNvPr>
          <p:cNvSpPr/>
          <p:nvPr/>
        </p:nvSpPr>
        <p:spPr>
          <a:xfrm>
            <a:off x="9917449" y="2802789"/>
            <a:ext cx="157534" cy="157534"/>
          </a:xfrm>
          <a:custGeom>
            <a:avLst/>
            <a:gdLst>
              <a:gd name="connsiteX0" fmla="*/ 149013 w 149013"/>
              <a:gd name="connsiteY0" fmla="*/ 74507 h 149013"/>
              <a:gd name="connsiteX1" fmla="*/ 74507 w 149013"/>
              <a:gd name="connsiteY1" fmla="*/ 149013 h 149013"/>
              <a:gd name="connsiteX2" fmla="*/ 0 w 149013"/>
              <a:gd name="connsiteY2" fmla="*/ 74507 h 149013"/>
              <a:gd name="connsiteX3" fmla="*/ 74507 w 149013"/>
              <a:gd name="connsiteY3" fmla="*/ 0 h 149013"/>
              <a:gd name="connsiteX4" fmla="*/ 149013 w 149013"/>
              <a:gd name="connsiteY4" fmla="*/ 74507 h 149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13" h="149013">
                <a:moveTo>
                  <a:pt x="149013" y="74507"/>
                </a:moveTo>
                <a:cubicBezTo>
                  <a:pt x="149013" y="115656"/>
                  <a:pt x="115655" y="149013"/>
                  <a:pt x="74507" y="149013"/>
                </a:cubicBezTo>
                <a:cubicBezTo>
                  <a:pt x="33358" y="149013"/>
                  <a:pt x="0" y="115656"/>
                  <a:pt x="0" y="74507"/>
                </a:cubicBezTo>
                <a:cubicBezTo>
                  <a:pt x="0" y="33358"/>
                  <a:pt x="33358" y="0"/>
                  <a:pt x="74507" y="0"/>
                </a:cubicBezTo>
                <a:cubicBezTo>
                  <a:pt x="115655" y="0"/>
                  <a:pt x="149013" y="33358"/>
                  <a:pt x="149013" y="74507"/>
                </a:cubicBezTo>
                <a:close/>
              </a:path>
            </a:pathLst>
          </a:custGeom>
          <a:solidFill>
            <a:srgbClr val="FFFFFF"/>
          </a:solidFill>
          <a:ln w="9483" cap="flat">
            <a:solidFill>
              <a:srgbClr val="2E7D32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任意多边形: 形状 216">
            <a:extLst>
              <a:ext uri="{FF2B5EF4-FFF2-40B4-BE49-F238E27FC236}">
                <a16:creationId xmlns:a16="http://schemas.microsoft.com/office/drawing/2014/main" id="{D387DA83-4005-2AA3-9085-2381C893B82A}"/>
              </a:ext>
            </a:extLst>
          </p:cNvPr>
          <p:cNvSpPr/>
          <p:nvPr/>
        </p:nvSpPr>
        <p:spPr>
          <a:xfrm>
            <a:off x="10110787" y="2802789"/>
            <a:ext cx="157534" cy="157534"/>
          </a:xfrm>
          <a:custGeom>
            <a:avLst/>
            <a:gdLst>
              <a:gd name="connsiteX0" fmla="*/ 149013 w 149013"/>
              <a:gd name="connsiteY0" fmla="*/ 74507 h 149013"/>
              <a:gd name="connsiteX1" fmla="*/ 74507 w 149013"/>
              <a:gd name="connsiteY1" fmla="*/ 149013 h 149013"/>
              <a:gd name="connsiteX2" fmla="*/ 0 w 149013"/>
              <a:gd name="connsiteY2" fmla="*/ 74507 h 149013"/>
              <a:gd name="connsiteX3" fmla="*/ 74507 w 149013"/>
              <a:gd name="connsiteY3" fmla="*/ 0 h 149013"/>
              <a:gd name="connsiteX4" fmla="*/ 149013 w 149013"/>
              <a:gd name="connsiteY4" fmla="*/ 74507 h 149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13" h="149013">
                <a:moveTo>
                  <a:pt x="149013" y="74507"/>
                </a:moveTo>
                <a:cubicBezTo>
                  <a:pt x="149013" y="115656"/>
                  <a:pt x="115655" y="149013"/>
                  <a:pt x="74507" y="149013"/>
                </a:cubicBezTo>
                <a:cubicBezTo>
                  <a:pt x="33358" y="149013"/>
                  <a:pt x="0" y="115656"/>
                  <a:pt x="0" y="74507"/>
                </a:cubicBezTo>
                <a:cubicBezTo>
                  <a:pt x="0" y="33358"/>
                  <a:pt x="33358" y="0"/>
                  <a:pt x="74507" y="0"/>
                </a:cubicBezTo>
                <a:cubicBezTo>
                  <a:pt x="115655" y="0"/>
                  <a:pt x="149013" y="33358"/>
                  <a:pt x="149013" y="74507"/>
                </a:cubicBezTo>
                <a:close/>
              </a:path>
            </a:pathLst>
          </a:custGeom>
          <a:solidFill>
            <a:srgbClr val="FFFFFF"/>
          </a:solidFill>
          <a:ln w="9483" cap="flat">
            <a:solidFill>
              <a:srgbClr val="2E7D32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任意多边形: 形状 217">
            <a:extLst>
              <a:ext uri="{FF2B5EF4-FFF2-40B4-BE49-F238E27FC236}">
                <a16:creationId xmlns:a16="http://schemas.microsoft.com/office/drawing/2014/main" id="{2555448E-7208-9356-5089-86348BBE0E99}"/>
              </a:ext>
            </a:extLst>
          </p:cNvPr>
          <p:cNvSpPr/>
          <p:nvPr/>
        </p:nvSpPr>
        <p:spPr>
          <a:xfrm>
            <a:off x="10304124" y="2802789"/>
            <a:ext cx="157534" cy="157534"/>
          </a:xfrm>
          <a:custGeom>
            <a:avLst/>
            <a:gdLst>
              <a:gd name="connsiteX0" fmla="*/ 149013 w 149013"/>
              <a:gd name="connsiteY0" fmla="*/ 74507 h 149013"/>
              <a:gd name="connsiteX1" fmla="*/ 74507 w 149013"/>
              <a:gd name="connsiteY1" fmla="*/ 149013 h 149013"/>
              <a:gd name="connsiteX2" fmla="*/ 0 w 149013"/>
              <a:gd name="connsiteY2" fmla="*/ 74507 h 149013"/>
              <a:gd name="connsiteX3" fmla="*/ 74507 w 149013"/>
              <a:gd name="connsiteY3" fmla="*/ 0 h 149013"/>
              <a:gd name="connsiteX4" fmla="*/ 149013 w 149013"/>
              <a:gd name="connsiteY4" fmla="*/ 74507 h 149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13" h="149013">
                <a:moveTo>
                  <a:pt x="149013" y="74507"/>
                </a:moveTo>
                <a:cubicBezTo>
                  <a:pt x="149013" y="115656"/>
                  <a:pt x="115655" y="149013"/>
                  <a:pt x="74507" y="149013"/>
                </a:cubicBezTo>
                <a:cubicBezTo>
                  <a:pt x="33358" y="149013"/>
                  <a:pt x="0" y="115656"/>
                  <a:pt x="0" y="74507"/>
                </a:cubicBezTo>
                <a:cubicBezTo>
                  <a:pt x="0" y="33358"/>
                  <a:pt x="33358" y="0"/>
                  <a:pt x="74507" y="0"/>
                </a:cubicBezTo>
                <a:cubicBezTo>
                  <a:pt x="115655" y="0"/>
                  <a:pt x="149013" y="33358"/>
                  <a:pt x="149013" y="74507"/>
                </a:cubicBezTo>
                <a:close/>
              </a:path>
            </a:pathLst>
          </a:custGeom>
          <a:solidFill>
            <a:srgbClr val="FFFFFF"/>
          </a:solidFill>
          <a:ln w="9483" cap="flat">
            <a:solidFill>
              <a:srgbClr val="2E7D32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任意多边形: 形状 218">
            <a:extLst>
              <a:ext uri="{FF2B5EF4-FFF2-40B4-BE49-F238E27FC236}">
                <a16:creationId xmlns:a16="http://schemas.microsoft.com/office/drawing/2014/main" id="{7EFE290F-FAA4-60C3-184B-F7151A7D7B79}"/>
              </a:ext>
            </a:extLst>
          </p:cNvPr>
          <p:cNvSpPr/>
          <p:nvPr/>
        </p:nvSpPr>
        <p:spPr>
          <a:xfrm>
            <a:off x="10497462" y="2802789"/>
            <a:ext cx="157534" cy="157534"/>
          </a:xfrm>
          <a:custGeom>
            <a:avLst/>
            <a:gdLst>
              <a:gd name="connsiteX0" fmla="*/ 149013 w 149013"/>
              <a:gd name="connsiteY0" fmla="*/ 74507 h 149013"/>
              <a:gd name="connsiteX1" fmla="*/ 74507 w 149013"/>
              <a:gd name="connsiteY1" fmla="*/ 149013 h 149013"/>
              <a:gd name="connsiteX2" fmla="*/ 0 w 149013"/>
              <a:gd name="connsiteY2" fmla="*/ 74507 h 149013"/>
              <a:gd name="connsiteX3" fmla="*/ 74507 w 149013"/>
              <a:gd name="connsiteY3" fmla="*/ 0 h 149013"/>
              <a:gd name="connsiteX4" fmla="*/ 149013 w 149013"/>
              <a:gd name="connsiteY4" fmla="*/ 74507 h 149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13" h="149013">
                <a:moveTo>
                  <a:pt x="149013" y="74507"/>
                </a:moveTo>
                <a:cubicBezTo>
                  <a:pt x="149013" y="115656"/>
                  <a:pt x="115655" y="149013"/>
                  <a:pt x="74507" y="149013"/>
                </a:cubicBezTo>
                <a:cubicBezTo>
                  <a:pt x="33358" y="149013"/>
                  <a:pt x="0" y="115656"/>
                  <a:pt x="0" y="74507"/>
                </a:cubicBezTo>
                <a:cubicBezTo>
                  <a:pt x="0" y="33358"/>
                  <a:pt x="33358" y="0"/>
                  <a:pt x="74507" y="0"/>
                </a:cubicBezTo>
                <a:cubicBezTo>
                  <a:pt x="115655" y="0"/>
                  <a:pt x="149013" y="33358"/>
                  <a:pt x="149013" y="74507"/>
                </a:cubicBezTo>
                <a:close/>
              </a:path>
            </a:pathLst>
          </a:custGeom>
          <a:solidFill>
            <a:srgbClr val="FFFFFF"/>
          </a:solidFill>
          <a:ln w="9483" cap="flat">
            <a:solidFill>
              <a:srgbClr val="2E7D32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文本框 219">
            <a:extLst>
              <a:ext uri="{FF2B5EF4-FFF2-40B4-BE49-F238E27FC236}">
                <a16:creationId xmlns:a16="http://schemas.microsoft.com/office/drawing/2014/main" id="{E59A108E-854F-8206-EE1F-9567D6B4353C}"/>
              </a:ext>
            </a:extLst>
          </p:cNvPr>
          <p:cNvSpPr txBox="1"/>
          <p:nvPr/>
        </p:nvSpPr>
        <p:spPr>
          <a:xfrm>
            <a:off x="9101817" y="2987289"/>
            <a:ext cx="26161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200">
                <a:ln/>
                <a:solidFill>
                  <a:srgbClr val="10182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0</a:t>
            </a:r>
          </a:p>
        </p:txBody>
      </p:sp>
      <p:sp>
        <p:nvSpPr>
          <p:cNvPr id="221" name="文本框 220">
            <a:extLst>
              <a:ext uri="{FF2B5EF4-FFF2-40B4-BE49-F238E27FC236}">
                <a16:creationId xmlns:a16="http://schemas.microsoft.com/office/drawing/2014/main" id="{D85EC4DF-8A49-8D27-915D-F183B6337243}"/>
              </a:ext>
            </a:extLst>
          </p:cNvPr>
          <p:cNvSpPr txBox="1"/>
          <p:nvPr/>
        </p:nvSpPr>
        <p:spPr>
          <a:xfrm>
            <a:off x="9710399" y="2974322"/>
            <a:ext cx="271228" cy="3000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350" b="1">
                <a:ln/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g</a:t>
            </a:r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E56885EA-6F7B-ED6C-3B5F-C7EF02AC0C3B}"/>
              </a:ext>
            </a:extLst>
          </p:cNvPr>
          <p:cNvSpPr txBox="1"/>
          <p:nvPr/>
        </p:nvSpPr>
        <p:spPr>
          <a:xfrm>
            <a:off x="10455180" y="2987289"/>
            <a:ext cx="26161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200">
                <a:ln/>
                <a:solidFill>
                  <a:srgbClr val="10182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1</a:t>
            </a:r>
          </a:p>
        </p:txBody>
      </p:sp>
      <p:sp>
        <p:nvSpPr>
          <p:cNvPr id="231" name="任意多边形: 形状 230">
            <a:extLst>
              <a:ext uri="{FF2B5EF4-FFF2-40B4-BE49-F238E27FC236}">
                <a16:creationId xmlns:a16="http://schemas.microsoft.com/office/drawing/2014/main" id="{CF11189A-48E6-FD00-F783-3ED8FBDBA92E}"/>
              </a:ext>
            </a:extLst>
          </p:cNvPr>
          <p:cNvSpPr/>
          <p:nvPr/>
        </p:nvSpPr>
        <p:spPr>
          <a:xfrm>
            <a:off x="8776702" y="3470245"/>
            <a:ext cx="243462" cy="243462"/>
          </a:xfrm>
          <a:custGeom>
            <a:avLst/>
            <a:gdLst>
              <a:gd name="connsiteX0" fmla="*/ 230293 w 230293"/>
              <a:gd name="connsiteY0" fmla="*/ 115147 h 230293"/>
              <a:gd name="connsiteX1" fmla="*/ 115147 w 230293"/>
              <a:gd name="connsiteY1" fmla="*/ 230293 h 230293"/>
              <a:gd name="connsiteX2" fmla="*/ 0 w 230293"/>
              <a:gd name="connsiteY2" fmla="*/ 115147 h 230293"/>
              <a:gd name="connsiteX3" fmla="*/ 115147 w 230293"/>
              <a:gd name="connsiteY3" fmla="*/ 0 h 230293"/>
              <a:gd name="connsiteX4" fmla="*/ 230293 w 230293"/>
              <a:gd name="connsiteY4" fmla="*/ 115147 h 230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293" h="230293">
                <a:moveTo>
                  <a:pt x="230293" y="115147"/>
                </a:moveTo>
                <a:cubicBezTo>
                  <a:pt x="230293" y="178741"/>
                  <a:pt x="178740" y="230293"/>
                  <a:pt x="115147" y="230293"/>
                </a:cubicBezTo>
                <a:cubicBezTo>
                  <a:pt x="51553" y="230293"/>
                  <a:pt x="0" y="178741"/>
                  <a:pt x="0" y="115147"/>
                </a:cubicBezTo>
                <a:cubicBezTo>
                  <a:pt x="0" y="51553"/>
                  <a:pt x="51553" y="0"/>
                  <a:pt x="115147" y="0"/>
                </a:cubicBezTo>
                <a:cubicBezTo>
                  <a:pt x="178740" y="0"/>
                  <a:pt x="230293" y="51553"/>
                  <a:pt x="230293" y="115147"/>
                </a:cubicBezTo>
                <a:close/>
              </a:path>
            </a:pathLst>
          </a:custGeom>
          <a:solidFill>
            <a:srgbClr val="2E7D32"/>
          </a:solidFill>
          <a:ln w="677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文本框 231">
            <a:extLst>
              <a:ext uri="{FF2B5EF4-FFF2-40B4-BE49-F238E27FC236}">
                <a16:creationId xmlns:a16="http://schemas.microsoft.com/office/drawing/2014/main" id="{76A6BF14-FE6E-604F-BAA4-3122633AED59}"/>
              </a:ext>
            </a:extLst>
          </p:cNvPr>
          <p:cNvSpPr txBox="1"/>
          <p:nvPr/>
        </p:nvSpPr>
        <p:spPr>
          <a:xfrm>
            <a:off x="8769970" y="3456959"/>
            <a:ext cx="280846" cy="32316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500" b="1" dirty="0">
                <a:ln/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5</a:t>
            </a:r>
          </a:p>
        </p:txBody>
      </p:sp>
      <p:sp>
        <p:nvSpPr>
          <p:cNvPr id="264" name="文本框 263">
            <a:extLst>
              <a:ext uri="{FF2B5EF4-FFF2-40B4-BE49-F238E27FC236}">
                <a16:creationId xmlns:a16="http://schemas.microsoft.com/office/drawing/2014/main" id="{46D69344-5D72-346B-E834-F5661309CF33}"/>
              </a:ext>
            </a:extLst>
          </p:cNvPr>
          <p:cNvSpPr txBox="1"/>
          <p:nvPr/>
        </p:nvSpPr>
        <p:spPr>
          <a:xfrm>
            <a:off x="10278600" y="4012586"/>
            <a:ext cx="652744" cy="3000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350" b="1" dirty="0">
                <a:ln/>
                <a:solidFill>
                  <a:srgbClr val="D92D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FAKE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5007751-C690-01EF-86AE-D7136DAA96F2}"/>
              </a:ext>
            </a:extLst>
          </p:cNvPr>
          <p:cNvGrpSpPr/>
          <p:nvPr/>
        </p:nvGrpSpPr>
        <p:grpSpPr>
          <a:xfrm>
            <a:off x="378264" y="836138"/>
            <a:ext cx="1837316" cy="925892"/>
            <a:chOff x="1264024" y="1059301"/>
            <a:chExt cx="2277035" cy="1147483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BD11484-AFDF-685F-B161-747BC584FC76}"/>
                </a:ext>
              </a:extLst>
            </p:cNvPr>
            <p:cNvSpPr/>
            <p:nvPr/>
          </p:nvSpPr>
          <p:spPr>
            <a:xfrm>
              <a:off x="1264024" y="1059301"/>
              <a:ext cx="2277035" cy="114748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0F53D2B-00A0-3119-568C-07DE9364B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1699" y="1222713"/>
              <a:ext cx="1037384" cy="82066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85B1A25E-D2E5-9B45-5381-59FE79F88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39913" y="1182470"/>
              <a:ext cx="901146" cy="90114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3" name="任意多边形: 形状 292">
                <a:extLst>
                  <a:ext uri="{FF2B5EF4-FFF2-40B4-BE49-F238E27FC236}">
                    <a16:creationId xmlns:a16="http://schemas.microsoft.com/office/drawing/2014/main" id="{DC116E4F-C36B-EA8E-E2E0-949DD7F11378}"/>
                  </a:ext>
                </a:extLst>
              </p:cNvPr>
              <p:cNvSpPr/>
              <p:nvPr/>
            </p:nvSpPr>
            <p:spPr>
              <a:xfrm>
                <a:off x="3717453" y="1243120"/>
                <a:ext cx="497566" cy="279264"/>
              </a:xfrm>
              <a:custGeom>
                <a:avLst/>
                <a:gdLst>
                  <a:gd name="connsiteX0" fmla="*/ 358987 w 392853"/>
                  <a:gd name="connsiteY0" fmla="*/ 0 h 264159"/>
                  <a:gd name="connsiteX1" fmla="*/ 392853 w 392853"/>
                  <a:gd name="connsiteY1" fmla="*/ 33867 h 264159"/>
                  <a:gd name="connsiteX2" fmla="*/ 392853 w 392853"/>
                  <a:gd name="connsiteY2" fmla="*/ 230293 h 264159"/>
                  <a:gd name="connsiteX3" fmla="*/ 358987 w 392853"/>
                  <a:gd name="connsiteY3" fmla="*/ 264160 h 264159"/>
                  <a:gd name="connsiteX4" fmla="*/ 33867 w 392853"/>
                  <a:gd name="connsiteY4" fmla="*/ 264160 h 264159"/>
                  <a:gd name="connsiteX5" fmla="*/ 0 w 392853"/>
                  <a:gd name="connsiteY5" fmla="*/ 230293 h 264159"/>
                  <a:gd name="connsiteX6" fmla="*/ 0 w 392853"/>
                  <a:gd name="connsiteY6" fmla="*/ 33867 h 264159"/>
                  <a:gd name="connsiteX7" fmla="*/ 33867 w 392853"/>
                  <a:gd name="connsiteY7" fmla="*/ 0 h 264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2853" h="264159">
                    <a:moveTo>
                      <a:pt x="358987" y="0"/>
                    </a:moveTo>
                    <a:cubicBezTo>
                      <a:pt x="377691" y="0"/>
                      <a:pt x="392853" y="15163"/>
                      <a:pt x="392853" y="33867"/>
                    </a:cubicBezTo>
                    <a:lnTo>
                      <a:pt x="392853" y="230293"/>
                    </a:lnTo>
                    <a:cubicBezTo>
                      <a:pt x="392853" y="248997"/>
                      <a:pt x="377691" y="264160"/>
                      <a:pt x="358987" y="264160"/>
                    </a:cubicBezTo>
                    <a:lnTo>
                      <a:pt x="33867" y="264160"/>
                    </a:lnTo>
                    <a:cubicBezTo>
                      <a:pt x="15163" y="264160"/>
                      <a:pt x="0" y="248997"/>
                      <a:pt x="0" y="230293"/>
                    </a:cubicBezTo>
                    <a:lnTo>
                      <a:pt x="0" y="33867"/>
                    </a:lnTo>
                    <a:cubicBezTo>
                      <a:pt x="0" y="15163"/>
                      <a:pt x="15163" y="0"/>
                      <a:pt x="33867" y="0"/>
                    </a:cubicBezTo>
                    <a:close/>
                  </a:path>
                </a:pathLst>
              </a:custGeom>
              <a:solidFill>
                <a:schemeClr val="accent5">
                  <a:lumMod val="20000"/>
                  <a:lumOff val="80000"/>
                </a:schemeClr>
              </a:solidFill>
              <a:ln w="101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3" name="任意多边形: 形状 292">
                <a:extLst>
                  <a:ext uri="{FF2B5EF4-FFF2-40B4-BE49-F238E27FC236}">
                    <a16:creationId xmlns:a16="http://schemas.microsoft.com/office/drawing/2014/main" id="{DC116E4F-C36B-EA8E-E2E0-949DD7F11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453" y="1243120"/>
                <a:ext cx="497566" cy="279264"/>
              </a:xfrm>
              <a:custGeom>
                <a:avLst/>
                <a:gdLst>
                  <a:gd name="connsiteX0" fmla="*/ 358987 w 392853"/>
                  <a:gd name="connsiteY0" fmla="*/ 0 h 264159"/>
                  <a:gd name="connsiteX1" fmla="*/ 392853 w 392853"/>
                  <a:gd name="connsiteY1" fmla="*/ 33867 h 264159"/>
                  <a:gd name="connsiteX2" fmla="*/ 392853 w 392853"/>
                  <a:gd name="connsiteY2" fmla="*/ 230293 h 264159"/>
                  <a:gd name="connsiteX3" fmla="*/ 358987 w 392853"/>
                  <a:gd name="connsiteY3" fmla="*/ 264160 h 264159"/>
                  <a:gd name="connsiteX4" fmla="*/ 33867 w 392853"/>
                  <a:gd name="connsiteY4" fmla="*/ 264160 h 264159"/>
                  <a:gd name="connsiteX5" fmla="*/ 0 w 392853"/>
                  <a:gd name="connsiteY5" fmla="*/ 230293 h 264159"/>
                  <a:gd name="connsiteX6" fmla="*/ 0 w 392853"/>
                  <a:gd name="connsiteY6" fmla="*/ 33867 h 264159"/>
                  <a:gd name="connsiteX7" fmla="*/ 33867 w 392853"/>
                  <a:gd name="connsiteY7" fmla="*/ 0 h 264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2853" h="264159">
                    <a:moveTo>
                      <a:pt x="358987" y="0"/>
                    </a:moveTo>
                    <a:cubicBezTo>
                      <a:pt x="377691" y="0"/>
                      <a:pt x="392853" y="15163"/>
                      <a:pt x="392853" y="33867"/>
                    </a:cubicBezTo>
                    <a:lnTo>
                      <a:pt x="392853" y="230293"/>
                    </a:lnTo>
                    <a:cubicBezTo>
                      <a:pt x="392853" y="248997"/>
                      <a:pt x="377691" y="264160"/>
                      <a:pt x="358987" y="264160"/>
                    </a:cubicBezTo>
                    <a:lnTo>
                      <a:pt x="33867" y="264160"/>
                    </a:lnTo>
                    <a:cubicBezTo>
                      <a:pt x="15163" y="264160"/>
                      <a:pt x="0" y="248997"/>
                      <a:pt x="0" y="230293"/>
                    </a:cubicBezTo>
                    <a:lnTo>
                      <a:pt x="0" y="33867"/>
                    </a:lnTo>
                    <a:cubicBezTo>
                      <a:pt x="0" y="15163"/>
                      <a:pt x="15163" y="0"/>
                      <a:pt x="33867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b="-15217"/>
                </a:stretch>
              </a:blipFill>
              <a:ln w="1016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任意多边形: 形状 293">
                <a:extLst>
                  <a:ext uri="{FF2B5EF4-FFF2-40B4-BE49-F238E27FC236}">
                    <a16:creationId xmlns:a16="http://schemas.microsoft.com/office/drawing/2014/main" id="{084E0928-67AE-D87E-5CB3-57B50AD37053}"/>
                  </a:ext>
                </a:extLst>
              </p:cNvPr>
              <p:cNvSpPr/>
              <p:nvPr/>
            </p:nvSpPr>
            <p:spPr>
              <a:xfrm>
                <a:off x="4598289" y="1235824"/>
                <a:ext cx="497566" cy="279264"/>
              </a:xfrm>
              <a:custGeom>
                <a:avLst/>
                <a:gdLst>
                  <a:gd name="connsiteX0" fmla="*/ 358987 w 392853"/>
                  <a:gd name="connsiteY0" fmla="*/ 0 h 264159"/>
                  <a:gd name="connsiteX1" fmla="*/ 392853 w 392853"/>
                  <a:gd name="connsiteY1" fmla="*/ 33867 h 264159"/>
                  <a:gd name="connsiteX2" fmla="*/ 392853 w 392853"/>
                  <a:gd name="connsiteY2" fmla="*/ 230293 h 264159"/>
                  <a:gd name="connsiteX3" fmla="*/ 358987 w 392853"/>
                  <a:gd name="connsiteY3" fmla="*/ 264160 h 264159"/>
                  <a:gd name="connsiteX4" fmla="*/ 33867 w 392853"/>
                  <a:gd name="connsiteY4" fmla="*/ 264160 h 264159"/>
                  <a:gd name="connsiteX5" fmla="*/ 0 w 392853"/>
                  <a:gd name="connsiteY5" fmla="*/ 230293 h 264159"/>
                  <a:gd name="connsiteX6" fmla="*/ 0 w 392853"/>
                  <a:gd name="connsiteY6" fmla="*/ 33867 h 264159"/>
                  <a:gd name="connsiteX7" fmla="*/ 33867 w 392853"/>
                  <a:gd name="connsiteY7" fmla="*/ 0 h 264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2853" h="264159">
                    <a:moveTo>
                      <a:pt x="358987" y="0"/>
                    </a:moveTo>
                    <a:cubicBezTo>
                      <a:pt x="377691" y="0"/>
                      <a:pt x="392853" y="15163"/>
                      <a:pt x="392853" y="33867"/>
                    </a:cubicBezTo>
                    <a:lnTo>
                      <a:pt x="392853" y="230293"/>
                    </a:lnTo>
                    <a:cubicBezTo>
                      <a:pt x="392853" y="248997"/>
                      <a:pt x="377691" y="264160"/>
                      <a:pt x="358987" y="264160"/>
                    </a:cubicBezTo>
                    <a:lnTo>
                      <a:pt x="33867" y="264160"/>
                    </a:lnTo>
                    <a:cubicBezTo>
                      <a:pt x="15163" y="264160"/>
                      <a:pt x="0" y="248997"/>
                      <a:pt x="0" y="230293"/>
                    </a:cubicBezTo>
                    <a:lnTo>
                      <a:pt x="0" y="33867"/>
                    </a:lnTo>
                    <a:cubicBezTo>
                      <a:pt x="0" y="15163"/>
                      <a:pt x="15163" y="0"/>
                      <a:pt x="33867" y="0"/>
                    </a:cubicBezTo>
                    <a:close/>
                  </a:path>
                </a:pathLst>
              </a:custGeom>
              <a:solidFill>
                <a:schemeClr val="accent5">
                  <a:lumMod val="20000"/>
                  <a:lumOff val="80000"/>
                </a:schemeClr>
              </a:solidFill>
              <a:ln w="101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4" name="任意多边形: 形状 293">
                <a:extLst>
                  <a:ext uri="{FF2B5EF4-FFF2-40B4-BE49-F238E27FC236}">
                    <a16:creationId xmlns:a16="http://schemas.microsoft.com/office/drawing/2014/main" id="{084E0928-67AE-D87E-5CB3-57B50AD370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289" y="1235824"/>
                <a:ext cx="497566" cy="279264"/>
              </a:xfrm>
              <a:custGeom>
                <a:avLst/>
                <a:gdLst>
                  <a:gd name="connsiteX0" fmla="*/ 358987 w 392853"/>
                  <a:gd name="connsiteY0" fmla="*/ 0 h 264159"/>
                  <a:gd name="connsiteX1" fmla="*/ 392853 w 392853"/>
                  <a:gd name="connsiteY1" fmla="*/ 33867 h 264159"/>
                  <a:gd name="connsiteX2" fmla="*/ 392853 w 392853"/>
                  <a:gd name="connsiteY2" fmla="*/ 230293 h 264159"/>
                  <a:gd name="connsiteX3" fmla="*/ 358987 w 392853"/>
                  <a:gd name="connsiteY3" fmla="*/ 264160 h 264159"/>
                  <a:gd name="connsiteX4" fmla="*/ 33867 w 392853"/>
                  <a:gd name="connsiteY4" fmla="*/ 264160 h 264159"/>
                  <a:gd name="connsiteX5" fmla="*/ 0 w 392853"/>
                  <a:gd name="connsiteY5" fmla="*/ 230293 h 264159"/>
                  <a:gd name="connsiteX6" fmla="*/ 0 w 392853"/>
                  <a:gd name="connsiteY6" fmla="*/ 33867 h 264159"/>
                  <a:gd name="connsiteX7" fmla="*/ 33867 w 392853"/>
                  <a:gd name="connsiteY7" fmla="*/ 0 h 264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2853" h="264159">
                    <a:moveTo>
                      <a:pt x="358987" y="0"/>
                    </a:moveTo>
                    <a:cubicBezTo>
                      <a:pt x="377691" y="0"/>
                      <a:pt x="392853" y="15163"/>
                      <a:pt x="392853" y="33867"/>
                    </a:cubicBezTo>
                    <a:lnTo>
                      <a:pt x="392853" y="230293"/>
                    </a:lnTo>
                    <a:cubicBezTo>
                      <a:pt x="392853" y="248997"/>
                      <a:pt x="377691" y="264160"/>
                      <a:pt x="358987" y="264160"/>
                    </a:cubicBezTo>
                    <a:lnTo>
                      <a:pt x="33867" y="264160"/>
                    </a:lnTo>
                    <a:cubicBezTo>
                      <a:pt x="15163" y="264160"/>
                      <a:pt x="0" y="248997"/>
                      <a:pt x="0" y="230293"/>
                    </a:cubicBezTo>
                    <a:lnTo>
                      <a:pt x="0" y="33867"/>
                    </a:lnTo>
                    <a:cubicBezTo>
                      <a:pt x="0" y="15163"/>
                      <a:pt x="15163" y="0"/>
                      <a:pt x="33867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b="-17391"/>
                </a:stretch>
              </a:blipFill>
              <a:ln w="1016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7" name="直接连接符 296">
            <a:extLst>
              <a:ext uri="{FF2B5EF4-FFF2-40B4-BE49-F238E27FC236}">
                <a16:creationId xmlns:a16="http://schemas.microsoft.com/office/drawing/2014/main" id="{4CDADA3E-B39E-694F-E4E3-A0D54F79DBBA}"/>
              </a:ext>
            </a:extLst>
          </p:cNvPr>
          <p:cNvCxnSpPr>
            <a:cxnSpLocks/>
            <a:stCxn id="46" idx="0"/>
            <a:endCxn id="70" idx="6"/>
          </p:cNvCxnSpPr>
          <p:nvPr/>
        </p:nvCxnSpPr>
        <p:spPr>
          <a:xfrm flipV="1">
            <a:off x="2221537" y="265570"/>
            <a:ext cx="469647" cy="1892205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8" name="直接连接符 297">
            <a:extLst>
              <a:ext uri="{FF2B5EF4-FFF2-40B4-BE49-F238E27FC236}">
                <a16:creationId xmlns:a16="http://schemas.microsoft.com/office/drawing/2014/main" id="{7DFB8D7A-C403-D367-D9F8-7D12E0F67C9D}"/>
              </a:ext>
            </a:extLst>
          </p:cNvPr>
          <p:cNvCxnSpPr>
            <a:cxnSpLocks/>
            <a:stCxn id="46" idx="3"/>
            <a:endCxn id="70" idx="5"/>
          </p:cNvCxnSpPr>
          <p:nvPr/>
        </p:nvCxnSpPr>
        <p:spPr>
          <a:xfrm>
            <a:off x="2221537" y="3955209"/>
            <a:ext cx="469647" cy="457767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任意多边形: 形状 308">
                <a:extLst>
                  <a:ext uri="{FF2B5EF4-FFF2-40B4-BE49-F238E27FC236}">
                    <a16:creationId xmlns:a16="http://schemas.microsoft.com/office/drawing/2014/main" id="{8D5213CE-17A6-CB23-8670-AF5842128A24}"/>
                  </a:ext>
                </a:extLst>
              </p:cNvPr>
              <p:cNvSpPr/>
              <p:nvPr/>
            </p:nvSpPr>
            <p:spPr>
              <a:xfrm>
                <a:off x="5011983" y="4214477"/>
                <a:ext cx="415317" cy="279264"/>
              </a:xfrm>
              <a:custGeom>
                <a:avLst/>
                <a:gdLst>
                  <a:gd name="connsiteX0" fmla="*/ 358987 w 392853"/>
                  <a:gd name="connsiteY0" fmla="*/ 0 h 264159"/>
                  <a:gd name="connsiteX1" fmla="*/ 392853 w 392853"/>
                  <a:gd name="connsiteY1" fmla="*/ 33867 h 264159"/>
                  <a:gd name="connsiteX2" fmla="*/ 392853 w 392853"/>
                  <a:gd name="connsiteY2" fmla="*/ 230293 h 264159"/>
                  <a:gd name="connsiteX3" fmla="*/ 358987 w 392853"/>
                  <a:gd name="connsiteY3" fmla="*/ 264160 h 264159"/>
                  <a:gd name="connsiteX4" fmla="*/ 33867 w 392853"/>
                  <a:gd name="connsiteY4" fmla="*/ 264160 h 264159"/>
                  <a:gd name="connsiteX5" fmla="*/ 0 w 392853"/>
                  <a:gd name="connsiteY5" fmla="*/ 230293 h 264159"/>
                  <a:gd name="connsiteX6" fmla="*/ 0 w 392853"/>
                  <a:gd name="connsiteY6" fmla="*/ 33867 h 264159"/>
                  <a:gd name="connsiteX7" fmla="*/ 33867 w 392853"/>
                  <a:gd name="connsiteY7" fmla="*/ 0 h 264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2853" h="264159">
                    <a:moveTo>
                      <a:pt x="358987" y="0"/>
                    </a:moveTo>
                    <a:cubicBezTo>
                      <a:pt x="377691" y="0"/>
                      <a:pt x="392853" y="15163"/>
                      <a:pt x="392853" y="33867"/>
                    </a:cubicBezTo>
                    <a:lnTo>
                      <a:pt x="392853" y="230293"/>
                    </a:lnTo>
                    <a:cubicBezTo>
                      <a:pt x="392853" y="248997"/>
                      <a:pt x="377691" y="264160"/>
                      <a:pt x="358987" y="264160"/>
                    </a:cubicBezTo>
                    <a:lnTo>
                      <a:pt x="33867" y="264160"/>
                    </a:lnTo>
                    <a:cubicBezTo>
                      <a:pt x="15163" y="264160"/>
                      <a:pt x="0" y="248997"/>
                      <a:pt x="0" y="230293"/>
                    </a:cubicBezTo>
                    <a:lnTo>
                      <a:pt x="0" y="33867"/>
                    </a:lnTo>
                    <a:cubicBezTo>
                      <a:pt x="0" y="15163"/>
                      <a:pt x="15163" y="0"/>
                      <a:pt x="33867" y="0"/>
                    </a:cubicBezTo>
                    <a:close/>
                  </a:path>
                </a:pathLst>
              </a:custGeom>
              <a:noFill/>
              <a:ln w="101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𝑒𝑣𝑖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9" name="任意多边形: 形状 308">
                <a:extLst>
                  <a:ext uri="{FF2B5EF4-FFF2-40B4-BE49-F238E27FC236}">
                    <a16:creationId xmlns:a16="http://schemas.microsoft.com/office/drawing/2014/main" id="{8D5213CE-17A6-CB23-8670-AF5842128A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1983" y="4214477"/>
                <a:ext cx="415317" cy="279264"/>
              </a:xfrm>
              <a:custGeom>
                <a:avLst/>
                <a:gdLst>
                  <a:gd name="connsiteX0" fmla="*/ 358987 w 392853"/>
                  <a:gd name="connsiteY0" fmla="*/ 0 h 264159"/>
                  <a:gd name="connsiteX1" fmla="*/ 392853 w 392853"/>
                  <a:gd name="connsiteY1" fmla="*/ 33867 h 264159"/>
                  <a:gd name="connsiteX2" fmla="*/ 392853 w 392853"/>
                  <a:gd name="connsiteY2" fmla="*/ 230293 h 264159"/>
                  <a:gd name="connsiteX3" fmla="*/ 358987 w 392853"/>
                  <a:gd name="connsiteY3" fmla="*/ 264160 h 264159"/>
                  <a:gd name="connsiteX4" fmla="*/ 33867 w 392853"/>
                  <a:gd name="connsiteY4" fmla="*/ 264160 h 264159"/>
                  <a:gd name="connsiteX5" fmla="*/ 0 w 392853"/>
                  <a:gd name="connsiteY5" fmla="*/ 230293 h 264159"/>
                  <a:gd name="connsiteX6" fmla="*/ 0 w 392853"/>
                  <a:gd name="connsiteY6" fmla="*/ 33867 h 264159"/>
                  <a:gd name="connsiteX7" fmla="*/ 33867 w 392853"/>
                  <a:gd name="connsiteY7" fmla="*/ 0 h 264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2853" h="264159">
                    <a:moveTo>
                      <a:pt x="358987" y="0"/>
                    </a:moveTo>
                    <a:cubicBezTo>
                      <a:pt x="377691" y="0"/>
                      <a:pt x="392853" y="15163"/>
                      <a:pt x="392853" y="33867"/>
                    </a:cubicBezTo>
                    <a:lnTo>
                      <a:pt x="392853" y="230293"/>
                    </a:lnTo>
                    <a:cubicBezTo>
                      <a:pt x="392853" y="248997"/>
                      <a:pt x="377691" y="264160"/>
                      <a:pt x="358987" y="264160"/>
                    </a:cubicBezTo>
                    <a:lnTo>
                      <a:pt x="33867" y="264160"/>
                    </a:lnTo>
                    <a:cubicBezTo>
                      <a:pt x="15163" y="264160"/>
                      <a:pt x="0" y="248997"/>
                      <a:pt x="0" y="230293"/>
                    </a:cubicBezTo>
                    <a:lnTo>
                      <a:pt x="0" y="33867"/>
                    </a:lnTo>
                    <a:cubicBezTo>
                      <a:pt x="0" y="15163"/>
                      <a:pt x="15163" y="0"/>
                      <a:pt x="33867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-16176" b="-17391"/>
                </a:stretch>
              </a:blipFill>
              <a:ln w="1016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2" name="图片 311">
            <a:extLst>
              <a:ext uri="{FF2B5EF4-FFF2-40B4-BE49-F238E27FC236}">
                <a16:creationId xmlns:a16="http://schemas.microsoft.com/office/drawing/2014/main" id="{4EA97B81-9DE6-8539-E185-FBD96F4600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80" y="1846812"/>
            <a:ext cx="320887" cy="320887"/>
          </a:xfrm>
          <a:prstGeom prst="rect">
            <a:avLst/>
          </a:prstGeom>
        </p:spPr>
      </p:pic>
      <p:sp>
        <p:nvSpPr>
          <p:cNvPr id="313" name="文本框 312">
            <a:extLst>
              <a:ext uri="{FF2B5EF4-FFF2-40B4-BE49-F238E27FC236}">
                <a16:creationId xmlns:a16="http://schemas.microsoft.com/office/drawing/2014/main" id="{73DC06B8-B1B5-0ED4-A599-A7A6E318D542}"/>
              </a:ext>
            </a:extLst>
          </p:cNvPr>
          <p:cNvSpPr txBox="1"/>
          <p:nvPr/>
        </p:nvSpPr>
        <p:spPr>
          <a:xfrm>
            <a:off x="462058" y="1899456"/>
            <a:ext cx="612668" cy="2885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275" b="1" dirty="0" err="1">
                <a:ln/>
                <a:solidFill>
                  <a:srgbClr val="10182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LoRA</a:t>
            </a:r>
            <a:endParaRPr lang="zh-CN" altLang="en-US" sz="1275" b="1" dirty="0">
              <a:ln/>
              <a:solidFill>
                <a:srgbClr val="101828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  <a:rtl val="0"/>
            </a:endParaRPr>
          </a:p>
        </p:txBody>
      </p:sp>
      <p:pic>
        <p:nvPicPr>
          <p:cNvPr id="314" name="图片 313">
            <a:extLst>
              <a:ext uri="{FF2B5EF4-FFF2-40B4-BE49-F238E27FC236}">
                <a16:creationId xmlns:a16="http://schemas.microsoft.com/office/drawing/2014/main" id="{AF7C6F1B-2D59-721F-B2C3-F47BA2227D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532" y="4172139"/>
            <a:ext cx="320887" cy="3208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5" name="任意多边形: 形状 314">
                <a:extLst>
                  <a:ext uri="{FF2B5EF4-FFF2-40B4-BE49-F238E27FC236}">
                    <a16:creationId xmlns:a16="http://schemas.microsoft.com/office/drawing/2014/main" id="{E8CD14DB-5325-9242-07C6-8C15A151FE7F}"/>
                  </a:ext>
                </a:extLst>
              </p:cNvPr>
              <p:cNvSpPr/>
              <p:nvPr/>
            </p:nvSpPr>
            <p:spPr>
              <a:xfrm>
                <a:off x="7943976" y="4147849"/>
                <a:ext cx="415317" cy="279264"/>
              </a:xfrm>
              <a:custGeom>
                <a:avLst/>
                <a:gdLst>
                  <a:gd name="connsiteX0" fmla="*/ 358987 w 392853"/>
                  <a:gd name="connsiteY0" fmla="*/ 0 h 264159"/>
                  <a:gd name="connsiteX1" fmla="*/ 392853 w 392853"/>
                  <a:gd name="connsiteY1" fmla="*/ 33867 h 264159"/>
                  <a:gd name="connsiteX2" fmla="*/ 392853 w 392853"/>
                  <a:gd name="connsiteY2" fmla="*/ 230293 h 264159"/>
                  <a:gd name="connsiteX3" fmla="*/ 358987 w 392853"/>
                  <a:gd name="connsiteY3" fmla="*/ 264160 h 264159"/>
                  <a:gd name="connsiteX4" fmla="*/ 33867 w 392853"/>
                  <a:gd name="connsiteY4" fmla="*/ 264160 h 264159"/>
                  <a:gd name="connsiteX5" fmla="*/ 0 w 392853"/>
                  <a:gd name="connsiteY5" fmla="*/ 230293 h 264159"/>
                  <a:gd name="connsiteX6" fmla="*/ 0 w 392853"/>
                  <a:gd name="connsiteY6" fmla="*/ 33867 h 264159"/>
                  <a:gd name="connsiteX7" fmla="*/ 33867 w 392853"/>
                  <a:gd name="connsiteY7" fmla="*/ 0 h 264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2853" h="264159">
                    <a:moveTo>
                      <a:pt x="358987" y="0"/>
                    </a:moveTo>
                    <a:cubicBezTo>
                      <a:pt x="377691" y="0"/>
                      <a:pt x="392853" y="15163"/>
                      <a:pt x="392853" y="33867"/>
                    </a:cubicBezTo>
                    <a:lnTo>
                      <a:pt x="392853" y="230293"/>
                    </a:lnTo>
                    <a:cubicBezTo>
                      <a:pt x="392853" y="248997"/>
                      <a:pt x="377691" y="264160"/>
                      <a:pt x="358987" y="264160"/>
                    </a:cubicBezTo>
                    <a:lnTo>
                      <a:pt x="33867" y="264160"/>
                    </a:lnTo>
                    <a:cubicBezTo>
                      <a:pt x="15163" y="264160"/>
                      <a:pt x="0" y="248997"/>
                      <a:pt x="0" y="230293"/>
                    </a:cubicBezTo>
                    <a:lnTo>
                      <a:pt x="0" y="33867"/>
                    </a:lnTo>
                    <a:cubicBezTo>
                      <a:pt x="0" y="15163"/>
                      <a:pt x="15163" y="0"/>
                      <a:pt x="33867" y="0"/>
                    </a:cubicBezTo>
                    <a:close/>
                  </a:path>
                </a:pathLst>
              </a:custGeom>
              <a:noFill/>
              <a:ln w="101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5" name="任意多边形: 形状 314">
                <a:extLst>
                  <a:ext uri="{FF2B5EF4-FFF2-40B4-BE49-F238E27FC236}">
                    <a16:creationId xmlns:a16="http://schemas.microsoft.com/office/drawing/2014/main" id="{E8CD14DB-5325-9242-07C6-8C15A151FE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3976" y="4147849"/>
                <a:ext cx="415317" cy="279264"/>
              </a:xfrm>
              <a:custGeom>
                <a:avLst/>
                <a:gdLst>
                  <a:gd name="connsiteX0" fmla="*/ 358987 w 392853"/>
                  <a:gd name="connsiteY0" fmla="*/ 0 h 264159"/>
                  <a:gd name="connsiteX1" fmla="*/ 392853 w 392853"/>
                  <a:gd name="connsiteY1" fmla="*/ 33867 h 264159"/>
                  <a:gd name="connsiteX2" fmla="*/ 392853 w 392853"/>
                  <a:gd name="connsiteY2" fmla="*/ 230293 h 264159"/>
                  <a:gd name="connsiteX3" fmla="*/ 358987 w 392853"/>
                  <a:gd name="connsiteY3" fmla="*/ 264160 h 264159"/>
                  <a:gd name="connsiteX4" fmla="*/ 33867 w 392853"/>
                  <a:gd name="connsiteY4" fmla="*/ 264160 h 264159"/>
                  <a:gd name="connsiteX5" fmla="*/ 0 w 392853"/>
                  <a:gd name="connsiteY5" fmla="*/ 230293 h 264159"/>
                  <a:gd name="connsiteX6" fmla="*/ 0 w 392853"/>
                  <a:gd name="connsiteY6" fmla="*/ 33867 h 264159"/>
                  <a:gd name="connsiteX7" fmla="*/ 33867 w 392853"/>
                  <a:gd name="connsiteY7" fmla="*/ 0 h 264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2853" h="264159">
                    <a:moveTo>
                      <a:pt x="358987" y="0"/>
                    </a:moveTo>
                    <a:cubicBezTo>
                      <a:pt x="377691" y="0"/>
                      <a:pt x="392853" y="15163"/>
                      <a:pt x="392853" y="33867"/>
                    </a:cubicBezTo>
                    <a:lnTo>
                      <a:pt x="392853" y="230293"/>
                    </a:lnTo>
                    <a:cubicBezTo>
                      <a:pt x="392853" y="248997"/>
                      <a:pt x="377691" y="264160"/>
                      <a:pt x="358987" y="264160"/>
                    </a:cubicBezTo>
                    <a:lnTo>
                      <a:pt x="33867" y="264160"/>
                    </a:lnTo>
                    <a:cubicBezTo>
                      <a:pt x="15163" y="264160"/>
                      <a:pt x="0" y="248997"/>
                      <a:pt x="0" y="230293"/>
                    </a:cubicBezTo>
                    <a:lnTo>
                      <a:pt x="0" y="33867"/>
                    </a:lnTo>
                    <a:cubicBezTo>
                      <a:pt x="0" y="15163"/>
                      <a:pt x="15163" y="0"/>
                      <a:pt x="33867" y="0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 b="-13043"/>
                </a:stretch>
              </a:blipFill>
              <a:ln w="1016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6" name="图片 315">
            <a:extLst>
              <a:ext uri="{FF2B5EF4-FFF2-40B4-BE49-F238E27FC236}">
                <a16:creationId xmlns:a16="http://schemas.microsoft.com/office/drawing/2014/main" id="{5515E3B5-2E6A-29A9-C7D0-F3127268DA9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572" y="4119468"/>
            <a:ext cx="320887" cy="320887"/>
          </a:xfrm>
          <a:prstGeom prst="rect">
            <a:avLst/>
          </a:prstGeom>
        </p:spPr>
      </p:pic>
      <p:sp>
        <p:nvSpPr>
          <p:cNvPr id="317" name="文本框 316">
            <a:extLst>
              <a:ext uri="{FF2B5EF4-FFF2-40B4-BE49-F238E27FC236}">
                <a16:creationId xmlns:a16="http://schemas.microsoft.com/office/drawing/2014/main" id="{8100ADAB-9219-5696-CD5D-DD5A34A6588B}"/>
              </a:ext>
            </a:extLst>
          </p:cNvPr>
          <p:cNvSpPr txBox="1"/>
          <p:nvPr/>
        </p:nvSpPr>
        <p:spPr>
          <a:xfrm>
            <a:off x="570181" y="216325"/>
            <a:ext cx="18149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&amp; Backbone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8" name="文本框 317">
            <a:extLst>
              <a:ext uri="{FF2B5EF4-FFF2-40B4-BE49-F238E27FC236}">
                <a16:creationId xmlns:a16="http://schemas.microsoft.com/office/drawing/2014/main" id="{C6CB6A3E-2E41-C164-BF99-78410D43FA0D}"/>
              </a:ext>
            </a:extLst>
          </p:cNvPr>
          <p:cNvSpPr txBox="1"/>
          <p:nvPr/>
        </p:nvSpPr>
        <p:spPr>
          <a:xfrm>
            <a:off x="462153" y="2159062"/>
            <a:ext cx="1648208" cy="357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Qwen Backbone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0" name="文本框 319">
            <a:extLst>
              <a:ext uri="{FF2B5EF4-FFF2-40B4-BE49-F238E27FC236}">
                <a16:creationId xmlns:a16="http://schemas.microsoft.com/office/drawing/2014/main" id="{D2478353-46FD-D730-BCA8-901D7390C165}"/>
              </a:ext>
            </a:extLst>
          </p:cNvPr>
          <p:cNvSpPr txBox="1"/>
          <p:nvPr/>
        </p:nvSpPr>
        <p:spPr>
          <a:xfrm>
            <a:off x="2862091" y="201685"/>
            <a:ext cx="27707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Evidence Discovery</a:t>
            </a:r>
          </a:p>
        </p:txBody>
      </p:sp>
      <p:sp>
        <p:nvSpPr>
          <p:cNvPr id="321" name="文本框 320">
            <a:extLst>
              <a:ext uri="{FF2B5EF4-FFF2-40B4-BE49-F238E27FC236}">
                <a16:creationId xmlns:a16="http://schemas.microsoft.com/office/drawing/2014/main" id="{BD0D0060-A8C6-0910-D429-B1F4403D2C58}"/>
              </a:ext>
            </a:extLst>
          </p:cNvPr>
          <p:cNvSpPr txBox="1"/>
          <p:nvPr/>
        </p:nvSpPr>
        <p:spPr>
          <a:xfrm>
            <a:off x="2863158" y="845462"/>
            <a:ext cx="24883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Sampled Candidate Layers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3" name="文本框 322">
            <a:extLst>
              <a:ext uri="{FF2B5EF4-FFF2-40B4-BE49-F238E27FC236}">
                <a16:creationId xmlns:a16="http://schemas.microsoft.com/office/drawing/2014/main" id="{68D1F6B9-3897-592F-559B-2870A3E7CB0F}"/>
              </a:ext>
            </a:extLst>
          </p:cNvPr>
          <p:cNvSpPr txBox="1"/>
          <p:nvPr/>
        </p:nvSpPr>
        <p:spPr>
          <a:xfrm>
            <a:off x="5885240" y="224443"/>
            <a:ext cx="27829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Discriminative Evidence Routing</a:t>
            </a:r>
          </a:p>
        </p:txBody>
      </p:sp>
      <p:sp>
        <p:nvSpPr>
          <p:cNvPr id="353" name="任意多边形: 形状 352">
            <a:extLst>
              <a:ext uri="{FF2B5EF4-FFF2-40B4-BE49-F238E27FC236}">
                <a16:creationId xmlns:a16="http://schemas.microsoft.com/office/drawing/2014/main" id="{E3ADDBBA-E53E-205C-19F9-A298D20B41E9}"/>
              </a:ext>
            </a:extLst>
          </p:cNvPr>
          <p:cNvSpPr/>
          <p:nvPr/>
        </p:nvSpPr>
        <p:spPr>
          <a:xfrm>
            <a:off x="2829804" y="2241613"/>
            <a:ext cx="2548775" cy="1863052"/>
          </a:xfrm>
          <a:custGeom>
            <a:avLst/>
            <a:gdLst>
              <a:gd name="connsiteX0" fmla="*/ 1862667 w 1930400"/>
              <a:gd name="connsiteY0" fmla="*/ 0 h 1286933"/>
              <a:gd name="connsiteX1" fmla="*/ 1930400 w 1930400"/>
              <a:gd name="connsiteY1" fmla="*/ 67733 h 1286933"/>
              <a:gd name="connsiteX2" fmla="*/ 1930400 w 1930400"/>
              <a:gd name="connsiteY2" fmla="*/ 1219200 h 1286933"/>
              <a:gd name="connsiteX3" fmla="*/ 1862667 w 1930400"/>
              <a:gd name="connsiteY3" fmla="*/ 1286933 h 1286933"/>
              <a:gd name="connsiteX4" fmla="*/ 67733 w 1930400"/>
              <a:gd name="connsiteY4" fmla="*/ 1286933 h 1286933"/>
              <a:gd name="connsiteX5" fmla="*/ 0 w 1930400"/>
              <a:gd name="connsiteY5" fmla="*/ 1219200 h 1286933"/>
              <a:gd name="connsiteX6" fmla="*/ 0 w 1930400"/>
              <a:gd name="connsiteY6" fmla="*/ 67733 h 1286933"/>
              <a:gd name="connsiteX7" fmla="*/ 67733 w 1930400"/>
              <a:gd name="connsiteY7" fmla="*/ 0 h 1286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0400" h="1286933">
                <a:moveTo>
                  <a:pt x="1862667" y="0"/>
                </a:moveTo>
                <a:cubicBezTo>
                  <a:pt x="1900075" y="0"/>
                  <a:pt x="1930400" y="30325"/>
                  <a:pt x="1930400" y="67733"/>
                </a:cubicBezTo>
                <a:lnTo>
                  <a:pt x="1930400" y="1219200"/>
                </a:lnTo>
                <a:cubicBezTo>
                  <a:pt x="1930400" y="1256608"/>
                  <a:pt x="1900075" y="1286933"/>
                  <a:pt x="1862667" y="1286933"/>
                </a:cubicBezTo>
                <a:lnTo>
                  <a:pt x="67733" y="1286933"/>
                </a:lnTo>
                <a:cubicBezTo>
                  <a:pt x="30325" y="1286933"/>
                  <a:pt x="0" y="1256608"/>
                  <a:pt x="0" y="1219200"/>
                </a:cubicBezTo>
                <a:lnTo>
                  <a:pt x="0" y="67733"/>
                </a:lnTo>
                <a:cubicBezTo>
                  <a:pt x="0" y="30325"/>
                  <a:pt x="30325" y="0"/>
                  <a:pt x="67733" y="0"/>
                </a:cubicBezTo>
                <a:close/>
              </a:path>
            </a:pathLst>
          </a:custGeom>
          <a:solidFill>
            <a:srgbClr val="FFFFFF"/>
          </a:solidFill>
          <a:ln w="10160" cap="flat">
            <a:solidFill>
              <a:schemeClr val="tx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DA610C76-5F6C-73C1-4353-C53A0C016959}"/>
              </a:ext>
            </a:extLst>
          </p:cNvPr>
          <p:cNvSpPr txBox="1"/>
          <p:nvPr/>
        </p:nvSpPr>
        <p:spPr>
          <a:xfrm>
            <a:off x="3935436" y="3202808"/>
            <a:ext cx="331341" cy="3924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950" dirty="0">
                <a:ln/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mbria Math"/>
                <a:rtl val="0"/>
              </a:rPr>
              <a:t>⋮</a:t>
            </a:r>
          </a:p>
        </p:txBody>
      </p:sp>
      <p:sp>
        <p:nvSpPr>
          <p:cNvPr id="326" name="矩形 325">
            <a:extLst>
              <a:ext uri="{FF2B5EF4-FFF2-40B4-BE49-F238E27FC236}">
                <a16:creationId xmlns:a16="http://schemas.microsoft.com/office/drawing/2014/main" id="{16E08F4E-A7FF-1827-8E6B-2A980F6BAE06}"/>
              </a:ext>
            </a:extLst>
          </p:cNvPr>
          <p:cNvSpPr/>
          <p:nvPr/>
        </p:nvSpPr>
        <p:spPr>
          <a:xfrm>
            <a:off x="2926923" y="2311098"/>
            <a:ext cx="389921" cy="38992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7" name="矩形 326">
            <a:extLst>
              <a:ext uri="{FF2B5EF4-FFF2-40B4-BE49-F238E27FC236}">
                <a16:creationId xmlns:a16="http://schemas.microsoft.com/office/drawing/2014/main" id="{8EC53595-CFF9-2478-55EF-69FCBD931387}"/>
              </a:ext>
            </a:extLst>
          </p:cNvPr>
          <p:cNvSpPr/>
          <p:nvPr/>
        </p:nvSpPr>
        <p:spPr>
          <a:xfrm>
            <a:off x="3316844" y="2311098"/>
            <a:ext cx="389921" cy="389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矩形 327">
            <a:extLst>
              <a:ext uri="{FF2B5EF4-FFF2-40B4-BE49-F238E27FC236}">
                <a16:creationId xmlns:a16="http://schemas.microsoft.com/office/drawing/2014/main" id="{2B3DA82C-ED4D-6C79-F05F-2229C5DC0B27}"/>
              </a:ext>
            </a:extLst>
          </p:cNvPr>
          <p:cNvSpPr/>
          <p:nvPr/>
        </p:nvSpPr>
        <p:spPr>
          <a:xfrm>
            <a:off x="3706765" y="2311096"/>
            <a:ext cx="389921" cy="38992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C6298AA5-D990-001D-F25E-3D80348946D4}"/>
              </a:ext>
            </a:extLst>
          </p:cNvPr>
          <p:cNvSpPr/>
          <p:nvPr/>
        </p:nvSpPr>
        <p:spPr>
          <a:xfrm>
            <a:off x="4096686" y="2314165"/>
            <a:ext cx="389921" cy="3866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矩形 329">
            <a:extLst>
              <a:ext uri="{FF2B5EF4-FFF2-40B4-BE49-F238E27FC236}">
                <a16:creationId xmlns:a16="http://schemas.microsoft.com/office/drawing/2014/main" id="{03C69575-2F59-6217-3A98-205A56EBF663}"/>
              </a:ext>
            </a:extLst>
          </p:cNvPr>
          <p:cNvSpPr/>
          <p:nvPr/>
        </p:nvSpPr>
        <p:spPr>
          <a:xfrm>
            <a:off x="2934955" y="3598565"/>
            <a:ext cx="384025" cy="384025"/>
          </a:xfrm>
          <a:prstGeom prst="rect">
            <a:avLst/>
          </a:prstGeom>
          <a:solidFill>
            <a:srgbClr val="C3C0F8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1" name="矩形 330">
            <a:extLst>
              <a:ext uri="{FF2B5EF4-FFF2-40B4-BE49-F238E27FC236}">
                <a16:creationId xmlns:a16="http://schemas.microsoft.com/office/drawing/2014/main" id="{4FB31B07-7A6F-E1A4-1E1D-3636B00EE2DD}"/>
              </a:ext>
            </a:extLst>
          </p:cNvPr>
          <p:cNvSpPr/>
          <p:nvPr/>
        </p:nvSpPr>
        <p:spPr>
          <a:xfrm>
            <a:off x="3318979" y="3598565"/>
            <a:ext cx="384025" cy="384025"/>
          </a:xfrm>
          <a:prstGeom prst="rect">
            <a:avLst/>
          </a:prstGeom>
          <a:solidFill>
            <a:srgbClr val="665FED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矩形 331">
            <a:extLst>
              <a:ext uri="{FF2B5EF4-FFF2-40B4-BE49-F238E27FC236}">
                <a16:creationId xmlns:a16="http://schemas.microsoft.com/office/drawing/2014/main" id="{51777087-4082-6138-D7D0-A477D60E1C4E}"/>
              </a:ext>
            </a:extLst>
          </p:cNvPr>
          <p:cNvSpPr/>
          <p:nvPr/>
        </p:nvSpPr>
        <p:spPr>
          <a:xfrm>
            <a:off x="3703004" y="3598563"/>
            <a:ext cx="384025" cy="384025"/>
          </a:xfrm>
          <a:prstGeom prst="rect">
            <a:avLst/>
          </a:prstGeom>
          <a:solidFill>
            <a:srgbClr val="665FED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3" name="矩形 332">
            <a:extLst>
              <a:ext uri="{FF2B5EF4-FFF2-40B4-BE49-F238E27FC236}">
                <a16:creationId xmlns:a16="http://schemas.microsoft.com/office/drawing/2014/main" id="{40BD8AFB-1484-A72F-4D1A-B9DF6D4F80E2}"/>
              </a:ext>
            </a:extLst>
          </p:cNvPr>
          <p:cNvSpPr/>
          <p:nvPr/>
        </p:nvSpPr>
        <p:spPr>
          <a:xfrm>
            <a:off x="4087029" y="3599262"/>
            <a:ext cx="384025" cy="384025"/>
          </a:xfrm>
          <a:prstGeom prst="rect">
            <a:avLst/>
          </a:prstGeom>
          <a:solidFill>
            <a:srgbClr val="C3C0F8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矩形 333">
            <a:extLst>
              <a:ext uri="{FF2B5EF4-FFF2-40B4-BE49-F238E27FC236}">
                <a16:creationId xmlns:a16="http://schemas.microsoft.com/office/drawing/2014/main" id="{F5289DC2-8E40-8FEB-4ACE-40CC640D7192}"/>
              </a:ext>
            </a:extLst>
          </p:cNvPr>
          <p:cNvSpPr/>
          <p:nvPr/>
        </p:nvSpPr>
        <p:spPr>
          <a:xfrm>
            <a:off x="2947737" y="2844961"/>
            <a:ext cx="385132" cy="385132"/>
          </a:xfrm>
          <a:prstGeom prst="rect">
            <a:avLst/>
          </a:prstGeom>
          <a:solidFill>
            <a:srgbClr val="FD898A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5" name="矩形 334">
            <a:extLst>
              <a:ext uri="{FF2B5EF4-FFF2-40B4-BE49-F238E27FC236}">
                <a16:creationId xmlns:a16="http://schemas.microsoft.com/office/drawing/2014/main" id="{6E655C81-489E-36FF-B6B1-71631407388D}"/>
              </a:ext>
            </a:extLst>
          </p:cNvPr>
          <p:cNvSpPr/>
          <p:nvPr/>
        </p:nvSpPr>
        <p:spPr>
          <a:xfrm>
            <a:off x="3332869" y="2844961"/>
            <a:ext cx="385132" cy="385132"/>
          </a:xfrm>
          <a:prstGeom prst="rect">
            <a:avLst/>
          </a:prstGeom>
          <a:solidFill>
            <a:srgbClr val="FEBABA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矩形 335">
            <a:extLst>
              <a:ext uri="{FF2B5EF4-FFF2-40B4-BE49-F238E27FC236}">
                <a16:creationId xmlns:a16="http://schemas.microsoft.com/office/drawing/2014/main" id="{B6D06C1A-2F15-0DE4-CA7E-A117195DB8A0}"/>
              </a:ext>
            </a:extLst>
          </p:cNvPr>
          <p:cNvSpPr/>
          <p:nvPr/>
        </p:nvSpPr>
        <p:spPr>
          <a:xfrm>
            <a:off x="3718002" y="2844959"/>
            <a:ext cx="385132" cy="385132"/>
          </a:xfrm>
          <a:prstGeom prst="rect">
            <a:avLst/>
          </a:prstGeom>
          <a:solidFill>
            <a:srgbClr val="FFDDDD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1" name="矩形 340">
            <a:extLst>
              <a:ext uri="{FF2B5EF4-FFF2-40B4-BE49-F238E27FC236}">
                <a16:creationId xmlns:a16="http://schemas.microsoft.com/office/drawing/2014/main" id="{95A2D864-1562-4526-B178-90954E44F3F3}"/>
              </a:ext>
            </a:extLst>
          </p:cNvPr>
          <p:cNvSpPr/>
          <p:nvPr/>
        </p:nvSpPr>
        <p:spPr>
          <a:xfrm>
            <a:off x="4486270" y="2311094"/>
            <a:ext cx="389921" cy="38992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矩形 341">
            <a:extLst>
              <a:ext uri="{FF2B5EF4-FFF2-40B4-BE49-F238E27FC236}">
                <a16:creationId xmlns:a16="http://schemas.microsoft.com/office/drawing/2014/main" id="{57A34FE7-1F6B-4240-2029-BE8AD73EB903}"/>
              </a:ext>
            </a:extLst>
          </p:cNvPr>
          <p:cNvSpPr/>
          <p:nvPr/>
        </p:nvSpPr>
        <p:spPr>
          <a:xfrm>
            <a:off x="4876191" y="2311094"/>
            <a:ext cx="389921" cy="389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27D2DA32-400E-0753-8259-18F33DBF30AC}"/>
              </a:ext>
            </a:extLst>
          </p:cNvPr>
          <p:cNvSpPr/>
          <p:nvPr/>
        </p:nvSpPr>
        <p:spPr>
          <a:xfrm>
            <a:off x="4101106" y="2844959"/>
            <a:ext cx="385132" cy="385132"/>
          </a:xfrm>
          <a:prstGeom prst="rect">
            <a:avLst/>
          </a:prstGeom>
          <a:solidFill>
            <a:srgbClr val="FFFFFF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矩形 346">
            <a:extLst>
              <a:ext uri="{FF2B5EF4-FFF2-40B4-BE49-F238E27FC236}">
                <a16:creationId xmlns:a16="http://schemas.microsoft.com/office/drawing/2014/main" id="{F13F7C0E-9C90-F933-BA4B-0629559A113B}"/>
              </a:ext>
            </a:extLst>
          </p:cNvPr>
          <p:cNvSpPr/>
          <p:nvPr/>
        </p:nvSpPr>
        <p:spPr>
          <a:xfrm>
            <a:off x="4486640" y="2844959"/>
            <a:ext cx="385132" cy="385132"/>
          </a:xfrm>
          <a:prstGeom prst="rect">
            <a:avLst/>
          </a:prstGeom>
          <a:solidFill>
            <a:srgbClr val="FFDDDD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D22BC3AB-A28A-1910-8F3F-9B3DD72E59C3}"/>
              </a:ext>
            </a:extLst>
          </p:cNvPr>
          <p:cNvSpPr/>
          <p:nvPr/>
        </p:nvSpPr>
        <p:spPr>
          <a:xfrm>
            <a:off x="4868758" y="2842160"/>
            <a:ext cx="385132" cy="385132"/>
          </a:xfrm>
          <a:prstGeom prst="rect">
            <a:avLst/>
          </a:prstGeom>
          <a:solidFill>
            <a:srgbClr val="FFDDDD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FA7A3C4C-EA23-C34A-FE0E-53186A0467A1}"/>
              </a:ext>
            </a:extLst>
          </p:cNvPr>
          <p:cNvSpPr/>
          <p:nvPr/>
        </p:nvSpPr>
        <p:spPr>
          <a:xfrm>
            <a:off x="4469208" y="3598707"/>
            <a:ext cx="384025" cy="384025"/>
          </a:xfrm>
          <a:prstGeom prst="rect">
            <a:avLst/>
          </a:prstGeom>
          <a:solidFill>
            <a:srgbClr val="5048EA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id="{1AFCFD45-D3AA-F689-DC46-1FF62FFC630A}"/>
              </a:ext>
            </a:extLst>
          </p:cNvPr>
          <p:cNvSpPr/>
          <p:nvPr/>
        </p:nvSpPr>
        <p:spPr>
          <a:xfrm>
            <a:off x="4856891" y="3599258"/>
            <a:ext cx="384025" cy="384025"/>
          </a:xfrm>
          <a:prstGeom prst="rect">
            <a:avLst/>
          </a:prstGeom>
          <a:solidFill>
            <a:srgbClr val="C3C0F8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7" name="文本框 356">
                <a:extLst>
                  <a:ext uri="{FF2B5EF4-FFF2-40B4-BE49-F238E27FC236}">
                    <a16:creationId xmlns:a16="http://schemas.microsoft.com/office/drawing/2014/main" id="{79ABF6D1-2B07-37B9-F49D-773ECF9B8E5B}"/>
                  </a:ext>
                </a:extLst>
              </p:cNvPr>
              <p:cNvSpPr txBox="1"/>
              <p:nvPr/>
            </p:nvSpPr>
            <p:spPr>
              <a:xfrm>
                <a:off x="4829974" y="2297627"/>
                <a:ext cx="4899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57" name="文本框 356">
                <a:extLst>
                  <a:ext uri="{FF2B5EF4-FFF2-40B4-BE49-F238E27FC236}">
                    <a16:creationId xmlns:a16="http://schemas.microsoft.com/office/drawing/2014/main" id="{79ABF6D1-2B07-37B9-F49D-773ECF9B8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974" y="2297627"/>
                <a:ext cx="48994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" name="文本框 357">
                <a:extLst>
                  <a:ext uri="{FF2B5EF4-FFF2-40B4-BE49-F238E27FC236}">
                    <a16:creationId xmlns:a16="http://schemas.microsoft.com/office/drawing/2014/main" id="{ADAC10ED-565D-6D17-047D-AD3CAD299D5D}"/>
                  </a:ext>
                </a:extLst>
              </p:cNvPr>
              <p:cNvSpPr txBox="1"/>
              <p:nvPr/>
            </p:nvSpPr>
            <p:spPr>
              <a:xfrm>
                <a:off x="4843092" y="2830522"/>
                <a:ext cx="4899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58" name="文本框 357">
                <a:extLst>
                  <a:ext uri="{FF2B5EF4-FFF2-40B4-BE49-F238E27FC236}">
                    <a16:creationId xmlns:a16="http://schemas.microsoft.com/office/drawing/2014/main" id="{ADAC10ED-565D-6D17-047D-AD3CAD299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092" y="2830522"/>
                <a:ext cx="48994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9" name="文本框 358">
                <a:extLst>
                  <a:ext uri="{FF2B5EF4-FFF2-40B4-BE49-F238E27FC236}">
                    <a16:creationId xmlns:a16="http://schemas.microsoft.com/office/drawing/2014/main" id="{018D48D7-4985-2DB6-CC44-28DCC1166D2B}"/>
                  </a:ext>
                </a:extLst>
              </p:cNvPr>
              <p:cNvSpPr txBox="1"/>
              <p:nvPr/>
            </p:nvSpPr>
            <p:spPr>
              <a:xfrm>
                <a:off x="4816373" y="3580861"/>
                <a:ext cx="4899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59" name="文本框 358">
                <a:extLst>
                  <a:ext uri="{FF2B5EF4-FFF2-40B4-BE49-F238E27FC236}">
                    <a16:creationId xmlns:a16="http://schemas.microsoft.com/office/drawing/2014/main" id="{018D48D7-4985-2DB6-CC44-28DCC1166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373" y="3580861"/>
                <a:ext cx="48994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7" name="连接符: 曲线 366">
            <a:extLst>
              <a:ext uri="{FF2B5EF4-FFF2-40B4-BE49-F238E27FC236}">
                <a16:creationId xmlns:a16="http://schemas.microsoft.com/office/drawing/2014/main" id="{43024BD7-FBFC-55A7-4066-42BAD5D7C6BA}"/>
              </a:ext>
            </a:extLst>
          </p:cNvPr>
          <p:cNvCxnSpPr>
            <a:endCxn id="314" idx="1"/>
          </p:cNvCxnSpPr>
          <p:nvPr/>
        </p:nvCxnSpPr>
        <p:spPr>
          <a:xfrm>
            <a:off x="4067530" y="4106747"/>
            <a:ext cx="665002" cy="225835"/>
          </a:xfrm>
          <a:prstGeom prst="curvedConnector3">
            <a:avLst>
              <a:gd name="adj1" fmla="val -330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直接连接符 368">
            <a:extLst>
              <a:ext uri="{FF2B5EF4-FFF2-40B4-BE49-F238E27FC236}">
                <a16:creationId xmlns:a16="http://schemas.microsoft.com/office/drawing/2014/main" id="{E4555FBD-777B-5F47-4D1B-A47A1E650334}"/>
              </a:ext>
            </a:extLst>
          </p:cNvPr>
          <p:cNvCxnSpPr>
            <a:cxnSpLocks/>
          </p:cNvCxnSpPr>
          <p:nvPr/>
        </p:nvCxnSpPr>
        <p:spPr>
          <a:xfrm>
            <a:off x="4106237" y="1540076"/>
            <a:ext cx="0" cy="1615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0" name="任意多边形: 形状 369">
            <a:extLst>
              <a:ext uri="{FF2B5EF4-FFF2-40B4-BE49-F238E27FC236}">
                <a16:creationId xmlns:a16="http://schemas.microsoft.com/office/drawing/2014/main" id="{F6CE6637-FDE9-33E1-71DD-D0AB8C86C6DB}"/>
              </a:ext>
            </a:extLst>
          </p:cNvPr>
          <p:cNvSpPr/>
          <p:nvPr/>
        </p:nvSpPr>
        <p:spPr>
          <a:xfrm>
            <a:off x="768977" y="3412648"/>
            <a:ext cx="143212" cy="229263"/>
          </a:xfrm>
          <a:custGeom>
            <a:avLst/>
            <a:gdLst>
              <a:gd name="connsiteX0" fmla="*/ 115147 w 135466"/>
              <a:gd name="connsiteY0" fmla="*/ 0 h 379306"/>
              <a:gd name="connsiteX1" fmla="*/ 135467 w 135466"/>
              <a:gd name="connsiteY1" fmla="*/ 20320 h 379306"/>
              <a:gd name="connsiteX2" fmla="*/ 135467 w 135466"/>
              <a:gd name="connsiteY2" fmla="*/ 358987 h 379306"/>
              <a:gd name="connsiteX3" fmla="*/ 115147 w 135466"/>
              <a:gd name="connsiteY3" fmla="*/ 379307 h 379306"/>
              <a:gd name="connsiteX4" fmla="*/ 20320 w 135466"/>
              <a:gd name="connsiteY4" fmla="*/ 379307 h 379306"/>
              <a:gd name="connsiteX5" fmla="*/ 0 w 135466"/>
              <a:gd name="connsiteY5" fmla="*/ 358987 h 379306"/>
              <a:gd name="connsiteX6" fmla="*/ 0 w 135466"/>
              <a:gd name="connsiteY6" fmla="*/ 20320 h 379306"/>
              <a:gd name="connsiteX7" fmla="*/ 20320 w 135466"/>
              <a:gd name="connsiteY7" fmla="*/ 0 h 379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5466" h="379306">
                <a:moveTo>
                  <a:pt x="115147" y="0"/>
                </a:moveTo>
                <a:cubicBezTo>
                  <a:pt x="126369" y="0"/>
                  <a:pt x="135467" y="9098"/>
                  <a:pt x="135467" y="20320"/>
                </a:cubicBezTo>
                <a:lnTo>
                  <a:pt x="135467" y="358987"/>
                </a:lnTo>
                <a:cubicBezTo>
                  <a:pt x="135467" y="370209"/>
                  <a:pt x="126369" y="379307"/>
                  <a:pt x="115147" y="379307"/>
                </a:cubicBezTo>
                <a:lnTo>
                  <a:pt x="20320" y="379307"/>
                </a:lnTo>
                <a:cubicBezTo>
                  <a:pt x="9098" y="379307"/>
                  <a:pt x="0" y="370209"/>
                  <a:pt x="0" y="358987"/>
                </a:cubicBezTo>
                <a:lnTo>
                  <a:pt x="0" y="20320"/>
                </a:lnTo>
                <a:cubicBezTo>
                  <a:pt x="0" y="9098"/>
                  <a:pt x="9098" y="0"/>
                  <a:pt x="20320" y="0"/>
                </a:cubicBezTo>
                <a:close/>
              </a:path>
            </a:pathLst>
          </a:custGeom>
          <a:solidFill>
            <a:srgbClr val="548235"/>
          </a:solidFill>
          <a:ln w="10160" cap="flat">
            <a:solidFill>
              <a:srgbClr val="2454A6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1" name="任意多边形: 形状 370">
            <a:extLst>
              <a:ext uri="{FF2B5EF4-FFF2-40B4-BE49-F238E27FC236}">
                <a16:creationId xmlns:a16="http://schemas.microsoft.com/office/drawing/2014/main" id="{E4709CBC-27CD-042D-F23D-815596F70BE4}"/>
              </a:ext>
            </a:extLst>
          </p:cNvPr>
          <p:cNvSpPr/>
          <p:nvPr/>
        </p:nvSpPr>
        <p:spPr>
          <a:xfrm>
            <a:off x="1055403" y="3412648"/>
            <a:ext cx="143212" cy="229263"/>
          </a:xfrm>
          <a:custGeom>
            <a:avLst/>
            <a:gdLst>
              <a:gd name="connsiteX0" fmla="*/ 115147 w 135466"/>
              <a:gd name="connsiteY0" fmla="*/ 0 h 379306"/>
              <a:gd name="connsiteX1" fmla="*/ 135467 w 135466"/>
              <a:gd name="connsiteY1" fmla="*/ 20320 h 379306"/>
              <a:gd name="connsiteX2" fmla="*/ 135467 w 135466"/>
              <a:gd name="connsiteY2" fmla="*/ 358987 h 379306"/>
              <a:gd name="connsiteX3" fmla="*/ 115147 w 135466"/>
              <a:gd name="connsiteY3" fmla="*/ 379307 h 379306"/>
              <a:gd name="connsiteX4" fmla="*/ 20320 w 135466"/>
              <a:gd name="connsiteY4" fmla="*/ 379307 h 379306"/>
              <a:gd name="connsiteX5" fmla="*/ 0 w 135466"/>
              <a:gd name="connsiteY5" fmla="*/ 358987 h 379306"/>
              <a:gd name="connsiteX6" fmla="*/ 0 w 135466"/>
              <a:gd name="connsiteY6" fmla="*/ 20320 h 379306"/>
              <a:gd name="connsiteX7" fmla="*/ 20320 w 135466"/>
              <a:gd name="connsiteY7" fmla="*/ 0 h 379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5466" h="379306">
                <a:moveTo>
                  <a:pt x="115147" y="0"/>
                </a:moveTo>
                <a:cubicBezTo>
                  <a:pt x="126369" y="0"/>
                  <a:pt x="135467" y="9098"/>
                  <a:pt x="135467" y="20320"/>
                </a:cubicBezTo>
                <a:lnTo>
                  <a:pt x="135467" y="358987"/>
                </a:lnTo>
                <a:cubicBezTo>
                  <a:pt x="135467" y="370209"/>
                  <a:pt x="126369" y="379307"/>
                  <a:pt x="115147" y="379307"/>
                </a:cubicBezTo>
                <a:lnTo>
                  <a:pt x="20320" y="379307"/>
                </a:lnTo>
                <a:cubicBezTo>
                  <a:pt x="9098" y="379307"/>
                  <a:pt x="0" y="370209"/>
                  <a:pt x="0" y="358987"/>
                </a:cubicBezTo>
                <a:lnTo>
                  <a:pt x="0" y="20320"/>
                </a:lnTo>
                <a:cubicBezTo>
                  <a:pt x="0" y="9098"/>
                  <a:pt x="9098" y="0"/>
                  <a:pt x="20320" y="0"/>
                </a:cubicBezTo>
                <a:close/>
              </a:path>
            </a:pathLst>
          </a:custGeom>
          <a:solidFill>
            <a:srgbClr val="FD898A"/>
          </a:solidFill>
          <a:ln w="10160" cap="flat">
            <a:solidFill>
              <a:srgbClr val="2454A6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2" name="任意多边形: 形状 371">
            <a:extLst>
              <a:ext uri="{FF2B5EF4-FFF2-40B4-BE49-F238E27FC236}">
                <a16:creationId xmlns:a16="http://schemas.microsoft.com/office/drawing/2014/main" id="{24C0F3FA-FB1B-75BD-E71D-97BFFC6DFC19}"/>
              </a:ext>
            </a:extLst>
          </p:cNvPr>
          <p:cNvSpPr/>
          <p:nvPr/>
        </p:nvSpPr>
        <p:spPr>
          <a:xfrm>
            <a:off x="1628256" y="3412648"/>
            <a:ext cx="143212" cy="229263"/>
          </a:xfrm>
          <a:custGeom>
            <a:avLst/>
            <a:gdLst>
              <a:gd name="connsiteX0" fmla="*/ 115147 w 135466"/>
              <a:gd name="connsiteY0" fmla="*/ 0 h 379306"/>
              <a:gd name="connsiteX1" fmla="*/ 135467 w 135466"/>
              <a:gd name="connsiteY1" fmla="*/ 20320 h 379306"/>
              <a:gd name="connsiteX2" fmla="*/ 135467 w 135466"/>
              <a:gd name="connsiteY2" fmla="*/ 358987 h 379306"/>
              <a:gd name="connsiteX3" fmla="*/ 115147 w 135466"/>
              <a:gd name="connsiteY3" fmla="*/ 379307 h 379306"/>
              <a:gd name="connsiteX4" fmla="*/ 20320 w 135466"/>
              <a:gd name="connsiteY4" fmla="*/ 379307 h 379306"/>
              <a:gd name="connsiteX5" fmla="*/ 0 w 135466"/>
              <a:gd name="connsiteY5" fmla="*/ 358987 h 379306"/>
              <a:gd name="connsiteX6" fmla="*/ 0 w 135466"/>
              <a:gd name="connsiteY6" fmla="*/ 20320 h 379306"/>
              <a:gd name="connsiteX7" fmla="*/ 20320 w 135466"/>
              <a:gd name="connsiteY7" fmla="*/ 0 h 379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5466" h="379306">
                <a:moveTo>
                  <a:pt x="115147" y="0"/>
                </a:moveTo>
                <a:cubicBezTo>
                  <a:pt x="126369" y="0"/>
                  <a:pt x="135467" y="9098"/>
                  <a:pt x="135467" y="20320"/>
                </a:cubicBezTo>
                <a:lnTo>
                  <a:pt x="135467" y="358987"/>
                </a:lnTo>
                <a:cubicBezTo>
                  <a:pt x="135467" y="370209"/>
                  <a:pt x="126369" y="379307"/>
                  <a:pt x="115147" y="379307"/>
                </a:cubicBezTo>
                <a:lnTo>
                  <a:pt x="20320" y="379307"/>
                </a:lnTo>
                <a:cubicBezTo>
                  <a:pt x="9098" y="379307"/>
                  <a:pt x="0" y="370209"/>
                  <a:pt x="0" y="358987"/>
                </a:cubicBezTo>
                <a:lnTo>
                  <a:pt x="0" y="20320"/>
                </a:lnTo>
                <a:cubicBezTo>
                  <a:pt x="0" y="9098"/>
                  <a:pt x="9098" y="0"/>
                  <a:pt x="20320" y="0"/>
                </a:cubicBezTo>
                <a:close/>
              </a:path>
            </a:pathLst>
          </a:custGeom>
          <a:solidFill>
            <a:srgbClr val="665FED"/>
          </a:solidFill>
          <a:ln w="10160" cap="flat">
            <a:solidFill>
              <a:srgbClr val="2454A6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3" name="任意多边形: 形状 372">
            <a:extLst>
              <a:ext uri="{FF2B5EF4-FFF2-40B4-BE49-F238E27FC236}">
                <a16:creationId xmlns:a16="http://schemas.microsoft.com/office/drawing/2014/main" id="{EDF41A2E-B592-C23A-2FED-4B7A16299326}"/>
              </a:ext>
            </a:extLst>
          </p:cNvPr>
          <p:cNvSpPr/>
          <p:nvPr/>
        </p:nvSpPr>
        <p:spPr>
          <a:xfrm>
            <a:off x="1950485" y="3412648"/>
            <a:ext cx="143212" cy="229263"/>
          </a:xfrm>
          <a:custGeom>
            <a:avLst/>
            <a:gdLst>
              <a:gd name="connsiteX0" fmla="*/ 115147 w 135466"/>
              <a:gd name="connsiteY0" fmla="*/ 0 h 379306"/>
              <a:gd name="connsiteX1" fmla="*/ 135467 w 135466"/>
              <a:gd name="connsiteY1" fmla="*/ 20320 h 379306"/>
              <a:gd name="connsiteX2" fmla="*/ 135467 w 135466"/>
              <a:gd name="connsiteY2" fmla="*/ 358987 h 379306"/>
              <a:gd name="connsiteX3" fmla="*/ 115147 w 135466"/>
              <a:gd name="connsiteY3" fmla="*/ 379307 h 379306"/>
              <a:gd name="connsiteX4" fmla="*/ 20320 w 135466"/>
              <a:gd name="connsiteY4" fmla="*/ 379307 h 379306"/>
              <a:gd name="connsiteX5" fmla="*/ 0 w 135466"/>
              <a:gd name="connsiteY5" fmla="*/ 358987 h 379306"/>
              <a:gd name="connsiteX6" fmla="*/ 0 w 135466"/>
              <a:gd name="connsiteY6" fmla="*/ 20320 h 379306"/>
              <a:gd name="connsiteX7" fmla="*/ 20320 w 135466"/>
              <a:gd name="connsiteY7" fmla="*/ 0 h 379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5466" h="379306">
                <a:moveTo>
                  <a:pt x="115147" y="0"/>
                </a:moveTo>
                <a:cubicBezTo>
                  <a:pt x="126369" y="0"/>
                  <a:pt x="135467" y="9098"/>
                  <a:pt x="135467" y="20320"/>
                </a:cubicBezTo>
                <a:lnTo>
                  <a:pt x="135467" y="358987"/>
                </a:lnTo>
                <a:cubicBezTo>
                  <a:pt x="135467" y="370209"/>
                  <a:pt x="126369" y="379307"/>
                  <a:pt x="115147" y="379307"/>
                </a:cubicBezTo>
                <a:lnTo>
                  <a:pt x="20320" y="379307"/>
                </a:lnTo>
                <a:cubicBezTo>
                  <a:pt x="9098" y="379307"/>
                  <a:pt x="0" y="370209"/>
                  <a:pt x="0" y="358987"/>
                </a:cubicBezTo>
                <a:lnTo>
                  <a:pt x="0" y="20320"/>
                </a:lnTo>
                <a:cubicBezTo>
                  <a:pt x="0" y="9098"/>
                  <a:pt x="9098" y="0"/>
                  <a:pt x="20320" y="0"/>
                </a:cubicBezTo>
                <a:close/>
              </a:path>
            </a:pathLst>
          </a:custGeom>
          <a:solidFill>
            <a:srgbClr val="FF5757"/>
          </a:solidFill>
          <a:ln w="10160" cap="flat">
            <a:solidFill>
              <a:srgbClr val="2454A6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4" name="直接连接符 373">
            <a:extLst>
              <a:ext uri="{FF2B5EF4-FFF2-40B4-BE49-F238E27FC236}">
                <a16:creationId xmlns:a16="http://schemas.microsoft.com/office/drawing/2014/main" id="{C3ABFAC6-1DA7-91C1-B2CE-0D3C0826DAC1}"/>
              </a:ext>
            </a:extLst>
          </p:cNvPr>
          <p:cNvCxnSpPr>
            <a:cxnSpLocks/>
          </p:cNvCxnSpPr>
          <p:nvPr/>
        </p:nvCxnSpPr>
        <p:spPr>
          <a:xfrm>
            <a:off x="1329378" y="1866062"/>
            <a:ext cx="0" cy="2973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5" name="文本框 384">
                <a:extLst>
                  <a:ext uri="{FF2B5EF4-FFF2-40B4-BE49-F238E27FC236}">
                    <a16:creationId xmlns:a16="http://schemas.microsoft.com/office/drawing/2014/main" id="{B74EC5B4-D5AD-39CA-C0B2-79E41994EAC5}"/>
                  </a:ext>
                </a:extLst>
              </p:cNvPr>
              <p:cNvSpPr txBox="1"/>
              <p:nvPr/>
            </p:nvSpPr>
            <p:spPr>
              <a:xfrm>
                <a:off x="355922" y="3735228"/>
                <a:ext cx="262380" cy="160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sz="1000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385" name="文本框 384">
                <a:extLst>
                  <a:ext uri="{FF2B5EF4-FFF2-40B4-BE49-F238E27FC236}">
                    <a16:creationId xmlns:a16="http://schemas.microsoft.com/office/drawing/2014/main" id="{B74EC5B4-D5AD-39CA-C0B2-79E41994E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22" y="3735228"/>
                <a:ext cx="262380" cy="160237"/>
              </a:xfrm>
              <a:prstGeom prst="rect">
                <a:avLst/>
              </a:prstGeom>
              <a:blipFill>
                <a:blip r:embed="rId14"/>
                <a:stretch>
                  <a:fillRect l="-9302" t="-7692" r="-11628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6" name="文本框 385">
                <a:extLst>
                  <a:ext uri="{FF2B5EF4-FFF2-40B4-BE49-F238E27FC236}">
                    <a16:creationId xmlns:a16="http://schemas.microsoft.com/office/drawing/2014/main" id="{5F579491-A1BF-D345-FB70-0C058486A4C3}"/>
                  </a:ext>
                </a:extLst>
              </p:cNvPr>
              <p:cNvSpPr txBox="1"/>
              <p:nvPr/>
            </p:nvSpPr>
            <p:spPr>
              <a:xfrm>
                <a:off x="681691" y="3734386"/>
                <a:ext cx="262380" cy="160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sz="1000" i="1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386" name="文本框 385">
                <a:extLst>
                  <a:ext uri="{FF2B5EF4-FFF2-40B4-BE49-F238E27FC236}">
                    <a16:creationId xmlns:a16="http://schemas.microsoft.com/office/drawing/2014/main" id="{5F579491-A1BF-D345-FB70-0C058486A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91" y="3734386"/>
                <a:ext cx="262380" cy="160237"/>
              </a:xfrm>
              <a:prstGeom prst="rect">
                <a:avLst/>
              </a:prstGeom>
              <a:blipFill>
                <a:blip r:embed="rId15"/>
                <a:stretch>
                  <a:fillRect l="-11628" t="-7692" r="-9302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7" name="文本框 386">
                <a:extLst>
                  <a:ext uri="{FF2B5EF4-FFF2-40B4-BE49-F238E27FC236}">
                    <a16:creationId xmlns:a16="http://schemas.microsoft.com/office/drawing/2014/main" id="{D22724CB-D424-D156-D5D6-1741D5506B6A}"/>
                  </a:ext>
                </a:extLst>
              </p:cNvPr>
              <p:cNvSpPr txBox="1"/>
              <p:nvPr/>
            </p:nvSpPr>
            <p:spPr>
              <a:xfrm>
                <a:off x="999310" y="3725030"/>
                <a:ext cx="262380" cy="160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sz="1000" i="1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p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387" name="文本框 386">
                <a:extLst>
                  <a:ext uri="{FF2B5EF4-FFF2-40B4-BE49-F238E27FC236}">
                    <a16:creationId xmlns:a16="http://schemas.microsoft.com/office/drawing/2014/main" id="{D22724CB-D424-D156-D5D6-1741D5506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310" y="3725030"/>
                <a:ext cx="262380" cy="160237"/>
              </a:xfrm>
              <a:prstGeom prst="rect">
                <a:avLst/>
              </a:prstGeom>
              <a:blipFill>
                <a:blip r:embed="rId16"/>
                <a:stretch>
                  <a:fillRect l="-11628" t="-7692" r="-9302" b="-1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8" name="文本框 387">
                <a:extLst>
                  <a:ext uri="{FF2B5EF4-FFF2-40B4-BE49-F238E27FC236}">
                    <a16:creationId xmlns:a16="http://schemas.microsoft.com/office/drawing/2014/main" id="{852D1B43-09BB-B258-64FC-771CFCF1A38A}"/>
                  </a:ext>
                </a:extLst>
              </p:cNvPr>
              <p:cNvSpPr txBox="1"/>
              <p:nvPr/>
            </p:nvSpPr>
            <p:spPr>
              <a:xfrm>
                <a:off x="1494158" y="3728321"/>
                <a:ext cx="383503" cy="160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sz="1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0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zh-CN" sz="1000" i="1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388" name="文本框 387">
                <a:extLst>
                  <a:ext uri="{FF2B5EF4-FFF2-40B4-BE49-F238E27FC236}">
                    <a16:creationId xmlns:a16="http://schemas.microsoft.com/office/drawing/2014/main" id="{852D1B43-09BB-B258-64FC-771CFCF1A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158" y="3728321"/>
                <a:ext cx="383503" cy="160237"/>
              </a:xfrm>
              <a:prstGeom prst="rect">
                <a:avLst/>
              </a:prstGeom>
              <a:blipFill>
                <a:blip r:embed="rId17"/>
                <a:stretch>
                  <a:fillRect l="-6349" t="-7692" r="-6349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9" name="文本框 388">
                <a:extLst>
                  <a:ext uri="{FF2B5EF4-FFF2-40B4-BE49-F238E27FC236}">
                    <a16:creationId xmlns:a16="http://schemas.microsoft.com/office/drawing/2014/main" id="{98396296-D459-B6ED-B375-52769B8E1366}"/>
                  </a:ext>
                </a:extLst>
              </p:cNvPr>
              <p:cNvSpPr txBox="1"/>
              <p:nvPr/>
            </p:nvSpPr>
            <p:spPr>
              <a:xfrm>
                <a:off x="1909864" y="3724629"/>
                <a:ext cx="261675" cy="160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sz="1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0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zh-CN" sz="10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389" name="文本框 388">
                <a:extLst>
                  <a:ext uri="{FF2B5EF4-FFF2-40B4-BE49-F238E27FC236}">
                    <a16:creationId xmlns:a16="http://schemas.microsoft.com/office/drawing/2014/main" id="{98396296-D459-B6ED-B375-52769B8E1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864" y="3724629"/>
                <a:ext cx="261675" cy="160237"/>
              </a:xfrm>
              <a:prstGeom prst="rect">
                <a:avLst/>
              </a:prstGeom>
              <a:blipFill>
                <a:blip r:embed="rId18"/>
                <a:stretch>
                  <a:fillRect l="-11628" t="-7692" r="-9302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1" name="连接符: 曲线 390">
            <a:extLst>
              <a:ext uri="{FF2B5EF4-FFF2-40B4-BE49-F238E27FC236}">
                <a16:creationId xmlns:a16="http://schemas.microsoft.com/office/drawing/2014/main" id="{DDF10308-16C3-2EB8-DA6C-B2B30F7BF668}"/>
              </a:ext>
            </a:extLst>
          </p:cNvPr>
          <p:cNvCxnSpPr>
            <a:cxnSpLocks/>
            <a:stCxn id="353" idx="1"/>
            <a:endCxn id="122" idx="1"/>
          </p:cNvCxnSpPr>
          <p:nvPr/>
        </p:nvCxnSpPr>
        <p:spPr>
          <a:xfrm flipV="1">
            <a:off x="5378578" y="456738"/>
            <a:ext cx="506662" cy="1882930"/>
          </a:xfrm>
          <a:prstGeom prst="curved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6" name="任意多边形: 形状 395">
            <a:extLst>
              <a:ext uri="{FF2B5EF4-FFF2-40B4-BE49-F238E27FC236}">
                <a16:creationId xmlns:a16="http://schemas.microsoft.com/office/drawing/2014/main" id="{17C90808-AB33-CE04-1564-91D4109104B7}"/>
              </a:ext>
            </a:extLst>
          </p:cNvPr>
          <p:cNvSpPr/>
          <p:nvPr/>
        </p:nvSpPr>
        <p:spPr>
          <a:xfrm>
            <a:off x="6186367" y="1881459"/>
            <a:ext cx="446422" cy="281951"/>
          </a:xfrm>
          <a:custGeom>
            <a:avLst/>
            <a:gdLst>
              <a:gd name="connsiteX0" fmla="*/ 0 w 422275"/>
              <a:gd name="connsiteY0" fmla="*/ 0 h 266700"/>
              <a:gd name="connsiteX1" fmla="*/ 111125 w 422275"/>
              <a:gd name="connsiteY1" fmla="*/ 88900 h 266700"/>
              <a:gd name="connsiteX2" fmla="*/ 111125 w 422275"/>
              <a:gd name="connsiteY2" fmla="*/ 88900 h 266700"/>
              <a:gd name="connsiteX3" fmla="*/ 209550 w 422275"/>
              <a:gd name="connsiteY3" fmla="*/ 155575 h 266700"/>
              <a:gd name="connsiteX4" fmla="*/ 301625 w 422275"/>
              <a:gd name="connsiteY4" fmla="*/ 215900 h 266700"/>
              <a:gd name="connsiteX5" fmla="*/ 422275 w 422275"/>
              <a:gd name="connsiteY5" fmla="*/ 266700 h 266700"/>
              <a:gd name="connsiteX6" fmla="*/ 422275 w 422275"/>
              <a:gd name="connsiteY6" fmla="*/ 26670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275" h="266700">
                <a:moveTo>
                  <a:pt x="0" y="0"/>
                </a:moveTo>
                <a:lnTo>
                  <a:pt x="111125" y="88900"/>
                </a:lnTo>
                <a:lnTo>
                  <a:pt x="111125" y="88900"/>
                </a:lnTo>
                <a:lnTo>
                  <a:pt x="209550" y="155575"/>
                </a:lnTo>
                <a:cubicBezTo>
                  <a:pt x="241300" y="176742"/>
                  <a:pt x="266171" y="197379"/>
                  <a:pt x="301625" y="215900"/>
                </a:cubicBezTo>
                <a:cubicBezTo>
                  <a:pt x="337079" y="234421"/>
                  <a:pt x="422275" y="266700"/>
                  <a:pt x="422275" y="266700"/>
                </a:cubicBezTo>
                <a:lnTo>
                  <a:pt x="422275" y="266700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59624E17-92BE-7644-EB02-5AC72EDFD821}"/>
              </a:ext>
            </a:extLst>
          </p:cNvPr>
          <p:cNvSpPr txBox="1"/>
          <p:nvPr/>
        </p:nvSpPr>
        <p:spPr>
          <a:xfrm>
            <a:off x="7020450" y="1046049"/>
            <a:ext cx="7441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8" name="文本框 397">
            <a:extLst>
              <a:ext uri="{FF2B5EF4-FFF2-40B4-BE49-F238E27FC236}">
                <a16:creationId xmlns:a16="http://schemas.microsoft.com/office/drawing/2014/main" id="{E2F2C239-8DA4-8776-D488-8FD9293933B7}"/>
              </a:ext>
            </a:extLst>
          </p:cNvPr>
          <p:cNvSpPr txBox="1"/>
          <p:nvPr/>
        </p:nvSpPr>
        <p:spPr>
          <a:xfrm>
            <a:off x="6739995" y="187591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Decay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58A7D58B-34B1-A5F3-6E3D-DF384CC6F68B}"/>
              </a:ext>
            </a:extLst>
          </p:cNvPr>
          <p:cNvSpPr txBox="1"/>
          <p:nvPr/>
        </p:nvSpPr>
        <p:spPr>
          <a:xfrm>
            <a:off x="6091689" y="2589973"/>
            <a:ext cx="18903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Scaling</a:t>
            </a:r>
          </a:p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BDE3E04E-0AB7-C939-053F-2E772DCCF4BC}"/>
              </a:ext>
            </a:extLst>
          </p:cNvPr>
          <p:cNvSpPr txBox="1"/>
          <p:nvPr/>
        </p:nvSpPr>
        <p:spPr>
          <a:xfrm>
            <a:off x="6288851" y="3392596"/>
            <a:ext cx="1492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Sparse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Selecion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2" name="文本框 401">
            <a:extLst>
              <a:ext uri="{FF2B5EF4-FFF2-40B4-BE49-F238E27FC236}">
                <a16:creationId xmlns:a16="http://schemas.microsoft.com/office/drawing/2014/main" id="{72EB2D48-13E8-BFCF-AF57-C01540EFFA77}"/>
              </a:ext>
            </a:extLst>
          </p:cNvPr>
          <p:cNvSpPr txBox="1"/>
          <p:nvPr/>
        </p:nvSpPr>
        <p:spPr>
          <a:xfrm>
            <a:off x="8820676" y="912973"/>
            <a:ext cx="20356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Aggregation</a:t>
            </a:r>
          </a:p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Selected Experts</a:t>
            </a:r>
          </a:p>
        </p:txBody>
      </p:sp>
      <p:sp>
        <p:nvSpPr>
          <p:cNvPr id="403" name="任意多边形: 形状 402">
            <a:extLst>
              <a:ext uri="{FF2B5EF4-FFF2-40B4-BE49-F238E27FC236}">
                <a16:creationId xmlns:a16="http://schemas.microsoft.com/office/drawing/2014/main" id="{213467CB-38DC-10AC-8C78-9DCF3647C5BC}"/>
              </a:ext>
            </a:extLst>
          </p:cNvPr>
          <p:cNvSpPr/>
          <p:nvPr/>
        </p:nvSpPr>
        <p:spPr>
          <a:xfrm>
            <a:off x="10146318" y="1810529"/>
            <a:ext cx="85928" cy="48333"/>
          </a:xfrm>
          <a:custGeom>
            <a:avLst/>
            <a:gdLst>
              <a:gd name="connsiteX0" fmla="*/ 0 w 81280"/>
              <a:gd name="connsiteY0" fmla="*/ 0 h 54186"/>
              <a:gd name="connsiteX1" fmla="*/ 81280 w 81280"/>
              <a:gd name="connsiteY1" fmla="*/ 0 h 54186"/>
              <a:gd name="connsiteX2" fmla="*/ 81280 w 81280"/>
              <a:gd name="connsiteY2" fmla="*/ 54187 h 54186"/>
              <a:gd name="connsiteX3" fmla="*/ 0 w 81280"/>
              <a:gd name="connsiteY3" fmla="*/ 54187 h 54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80" h="54186">
                <a:moveTo>
                  <a:pt x="0" y="0"/>
                </a:moveTo>
                <a:lnTo>
                  <a:pt x="81280" y="0"/>
                </a:lnTo>
                <a:lnTo>
                  <a:pt x="81280" y="54187"/>
                </a:lnTo>
                <a:lnTo>
                  <a:pt x="0" y="54187"/>
                </a:lnTo>
                <a:close/>
              </a:path>
            </a:pathLst>
          </a:custGeom>
          <a:solidFill>
            <a:srgbClr val="2E7D32">
              <a:alpha val="55000"/>
            </a:srgbClr>
          </a:solidFill>
          <a:ln w="677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4" name="任意多边形: 形状 403">
            <a:extLst>
              <a:ext uri="{FF2B5EF4-FFF2-40B4-BE49-F238E27FC236}">
                <a16:creationId xmlns:a16="http://schemas.microsoft.com/office/drawing/2014/main" id="{A496CD60-7ECB-83A4-2DB1-46D6A3CCCE58}"/>
              </a:ext>
            </a:extLst>
          </p:cNvPr>
          <p:cNvSpPr/>
          <p:nvPr/>
        </p:nvSpPr>
        <p:spPr>
          <a:xfrm>
            <a:off x="10275574" y="1838752"/>
            <a:ext cx="85928" cy="19029"/>
          </a:xfrm>
          <a:custGeom>
            <a:avLst/>
            <a:gdLst>
              <a:gd name="connsiteX0" fmla="*/ 0 w 81280"/>
              <a:gd name="connsiteY0" fmla="*/ 0 h 54186"/>
              <a:gd name="connsiteX1" fmla="*/ 81280 w 81280"/>
              <a:gd name="connsiteY1" fmla="*/ 0 h 54186"/>
              <a:gd name="connsiteX2" fmla="*/ 81280 w 81280"/>
              <a:gd name="connsiteY2" fmla="*/ 54187 h 54186"/>
              <a:gd name="connsiteX3" fmla="*/ 0 w 81280"/>
              <a:gd name="connsiteY3" fmla="*/ 54187 h 54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80" h="54186">
                <a:moveTo>
                  <a:pt x="0" y="0"/>
                </a:moveTo>
                <a:lnTo>
                  <a:pt x="81280" y="0"/>
                </a:lnTo>
                <a:lnTo>
                  <a:pt x="81280" y="54187"/>
                </a:lnTo>
                <a:lnTo>
                  <a:pt x="0" y="54187"/>
                </a:lnTo>
                <a:close/>
              </a:path>
            </a:pathLst>
          </a:custGeom>
          <a:solidFill>
            <a:srgbClr val="2E7D32">
              <a:alpha val="55000"/>
            </a:srgbClr>
          </a:solidFill>
          <a:ln w="677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5" name="直接连接符 404">
            <a:extLst>
              <a:ext uri="{FF2B5EF4-FFF2-40B4-BE49-F238E27FC236}">
                <a16:creationId xmlns:a16="http://schemas.microsoft.com/office/drawing/2014/main" id="{D40E072C-AA6A-9C05-A877-6B050C92707F}"/>
              </a:ext>
            </a:extLst>
          </p:cNvPr>
          <p:cNvCxnSpPr>
            <a:cxnSpLocks/>
          </p:cNvCxnSpPr>
          <p:nvPr/>
        </p:nvCxnSpPr>
        <p:spPr>
          <a:xfrm>
            <a:off x="7101752" y="1554557"/>
            <a:ext cx="0" cy="1615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直接连接符 405">
            <a:extLst>
              <a:ext uri="{FF2B5EF4-FFF2-40B4-BE49-F238E27FC236}">
                <a16:creationId xmlns:a16="http://schemas.microsoft.com/office/drawing/2014/main" id="{A4BFAD3A-A78E-E473-E212-044EEAB70F60}"/>
              </a:ext>
            </a:extLst>
          </p:cNvPr>
          <p:cNvCxnSpPr>
            <a:cxnSpLocks/>
          </p:cNvCxnSpPr>
          <p:nvPr/>
        </p:nvCxnSpPr>
        <p:spPr>
          <a:xfrm>
            <a:off x="7094168" y="2363550"/>
            <a:ext cx="0" cy="1615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直接连接符 406">
            <a:extLst>
              <a:ext uri="{FF2B5EF4-FFF2-40B4-BE49-F238E27FC236}">
                <a16:creationId xmlns:a16="http://schemas.microsoft.com/office/drawing/2014/main" id="{97BB0283-E71C-04AE-29D2-2230C7DA1534}"/>
              </a:ext>
            </a:extLst>
          </p:cNvPr>
          <p:cNvCxnSpPr>
            <a:cxnSpLocks/>
          </p:cNvCxnSpPr>
          <p:nvPr/>
        </p:nvCxnSpPr>
        <p:spPr>
          <a:xfrm>
            <a:off x="7094168" y="3189351"/>
            <a:ext cx="0" cy="1615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直接箭头连接符 409">
            <a:extLst>
              <a:ext uri="{FF2B5EF4-FFF2-40B4-BE49-F238E27FC236}">
                <a16:creationId xmlns:a16="http://schemas.microsoft.com/office/drawing/2014/main" id="{8A5E873A-BD3E-61A8-EA0A-A16404C445C6}"/>
              </a:ext>
            </a:extLst>
          </p:cNvPr>
          <p:cNvCxnSpPr>
            <a:cxnSpLocks/>
          </p:cNvCxnSpPr>
          <p:nvPr/>
        </p:nvCxnSpPr>
        <p:spPr>
          <a:xfrm flipH="1">
            <a:off x="7067761" y="4010501"/>
            <a:ext cx="7160" cy="30569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2" name="任意多边形: 形状 411">
                <a:extLst>
                  <a:ext uri="{FF2B5EF4-FFF2-40B4-BE49-F238E27FC236}">
                    <a16:creationId xmlns:a16="http://schemas.microsoft.com/office/drawing/2014/main" id="{B0F927E6-945A-0029-196B-1109A005D7A5}"/>
                  </a:ext>
                </a:extLst>
              </p:cNvPr>
              <p:cNvSpPr/>
              <p:nvPr/>
            </p:nvSpPr>
            <p:spPr>
              <a:xfrm>
                <a:off x="6867263" y="4199211"/>
                <a:ext cx="415317" cy="279264"/>
              </a:xfrm>
              <a:custGeom>
                <a:avLst/>
                <a:gdLst>
                  <a:gd name="connsiteX0" fmla="*/ 358987 w 392853"/>
                  <a:gd name="connsiteY0" fmla="*/ 0 h 264159"/>
                  <a:gd name="connsiteX1" fmla="*/ 392853 w 392853"/>
                  <a:gd name="connsiteY1" fmla="*/ 33867 h 264159"/>
                  <a:gd name="connsiteX2" fmla="*/ 392853 w 392853"/>
                  <a:gd name="connsiteY2" fmla="*/ 230293 h 264159"/>
                  <a:gd name="connsiteX3" fmla="*/ 358987 w 392853"/>
                  <a:gd name="connsiteY3" fmla="*/ 264160 h 264159"/>
                  <a:gd name="connsiteX4" fmla="*/ 33867 w 392853"/>
                  <a:gd name="connsiteY4" fmla="*/ 264160 h 264159"/>
                  <a:gd name="connsiteX5" fmla="*/ 0 w 392853"/>
                  <a:gd name="connsiteY5" fmla="*/ 230293 h 264159"/>
                  <a:gd name="connsiteX6" fmla="*/ 0 w 392853"/>
                  <a:gd name="connsiteY6" fmla="*/ 33867 h 264159"/>
                  <a:gd name="connsiteX7" fmla="*/ 33867 w 392853"/>
                  <a:gd name="connsiteY7" fmla="*/ 0 h 264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2853" h="264159">
                    <a:moveTo>
                      <a:pt x="358987" y="0"/>
                    </a:moveTo>
                    <a:cubicBezTo>
                      <a:pt x="377691" y="0"/>
                      <a:pt x="392853" y="15163"/>
                      <a:pt x="392853" y="33867"/>
                    </a:cubicBezTo>
                    <a:lnTo>
                      <a:pt x="392853" y="230293"/>
                    </a:lnTo>
                    <a:cubicBezTo>
                      <a:pt x="392853" y="248997"/>
                      <a:pt x="377691" y="264160"/>
                      <a:pt x="358987" y="264160"/>
                    </a:cubicBezTo>
                    <a:lnTo>
                      <a:pt x="33867" y="264160"/>
                    </a:lnTo>
                    <a:cubicBezTo>
                      <a:pt x="15163" y="264160"/>
                      <a:pt x="0" y="248997"/>
                      <a:pt x="0" y="230293"/>
                    </a:cubicBezTo>
                    <a:lnTo>
                      <a:pt x="0" y="33867"/>
                    </a:lnTo>
                    <a:cubicBezTo>
                      <a:pt x="0" y="15163"/>
                      <a:pt x="15163" y="0"/>
                      <a:pt x="33867" y="0"/>
                    </a:cubicBezTo>
                    <a:close/>
                  </a:path>
                </a:pathLst>
              </a:custGeom>
              <a:noFill/>
              <a:ln w="101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2" name="任意多边形: 形状 411">
                <a:extLst>
                  <a:ext uri="{FF2B5EF4-FFF2-40B4-BE49-F238E27FC236}">
                    <a16:creationId xmlns:a16="http://schemas.microsoft.com/office/drawing/2014/main" id="{B0F927E6-945A-0029-196B-1109A005D7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7263" y="4199211"/>
                <a:ext cx="415317" cy="279264"/>
              </a:xfrm>
              <a:custGeom>
                <a:avLst/>
                <a:gdLst>
                  <a:gd name="connsiteX0" fmla="*/ 358987 w 392853"/>
                  <a:gd name="connsiteY0" fmla="*/ 0 h 264159"/>
                  <a:gd name="connsiteX1" fmla="*/ 392853 w 392853"/>
                  <a:gd name="connsiteY1" fmla="*/ 33867 h 264159"/>
                  <a:gd name="connsiteX2" fmla="*/ 392853 w 392853"/>
                  <a:gd name="connsiteY2" fmla="*/ 230293 h 264159"/>
                  <a:gd name="connsiteX3" fmla="*/ 358987 w 392853"/>
                  <a:gd name="connsiteY3" fmla="*/ 264160 h 264159"/>
                  <a:gd name="connsiteX4" fmla="*/ 33867 w 392853"/>
                  <a:gd name="connsiteY4" fmla="*/ 264160 h 264159"/>
                  <a:gd name="connsiteX5" fmla="*/ 0 w 392853"/>
                  <a:gd name="connsiteY5" fmla="*/ 230293 h 264159"/>
                  <a:gd name="connsiteX6" fmla="*/ 0 w 392853"/>
                  <a:gd name="connsiteY6" fmla="*/ 33867 h 264159"/>
                  <a:gd name="connsiteX7" fmla="*/ 33867 w 392853"/>
                  <a:gd name="connsiteY7" fmla="*/ 0 h 264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2853" h="264159">
                    <a:moveTo>
                      <a:pt x="358987" y="0"/>
                    </a:moveTo>
                    <a:cubicBezTo>
                      <a:pt x="377691" y="0"/>
                      <a:pt x="392853" y="15163"/>
                      <a:pt x="392853" y="33867"/>
                    </a:cubicBezTo>
                    <a:lnTo>
                      <a:pt x="392853" y="230293"/>
                    </a:lnTo>
                    <a:cubicBezTo>
                      <a:pt x="392853" y="248997"/>
                      <a:pt x="377691" y="264160"/>
                      <a:pt x="358987" y="264160"/>
                    </a:cubicBezTo>
                    <a:lnTo>
                      <a:pt x="33867" y="264160"/>
                    </a:lnTo>
                    <a:cubicBezTo>
                      <a:pt x="15163" y="264160"/>
                      <a:pt x="0" y="248997"/>
                      <a:pt x="0" y="230293"/>
                    </a:cubicBezTo>
                    <a:lnTo>
                      <a:pt x="0" y="33867"/>
                    </a:lnTo>
                    <a:cubicBezTo>
                      <a:pt x="0" y="15163"/>
                      <a:pt x="15163" y="0"/>
                      <a:pt x="33867" y="0"/>
                    </a:cubicBezTo>
                    <a:close/>
                  </a:path>
                </a:pathLst>
              </a:custGeom>
              <a:blipFill>
                <a:blip r:embed="rId19"/>
                <a:stretch>
                  <a:fillRect l="-1471" b="-26087"/>
                </a:stretch>
              </a:blipFill>
              <a:ln w="1016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4" name="连接符: 曲线 413">
            <a:extLst>
              <a:ext uri="{FF2B5EF4-FFF2-40B4-BE49-F238E27FC236}">
                <a16:creationId xmlns:a16="http://schemas.microsoft.com/office/drawing/2014/main" id="{5EE41EB5-F72B-94FC-1627-009274585217}"/>
              </a:ext>
            </a:extLst>
          </p:cNvPr>
          <p:cNvCxnSpPr>
            <a:cxnSpLocks/>
            <a:endCxn id="316" idx="1"/>
          </p:cNvCxnSpPr>
          <p:nvPr/>
        </p:nvCxnSpPr>
        <p:spPr>
          <a:xfrm>
            <a:off x="7067762" y="4027892"/>
            <a:ext cx="668811" cy="252019"/>
          </a:xfrm>
          <a:prstGeom prst="curved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7" name="文本框 416">
            <a:extLst>
              <a:ext uri="{FF2B5EF4-FFF2-40B4-BE49-F238E27FC236}">
                <a16:creationId xmlns:a16="http://schemas.microsoft.com/office/drawing/2014/main" id="{2D43023F-42A0-F43D-0987-1BB49CD22ADD}"/>
              </a:ext>
            </a:extLst>
          </p:cNvPr>
          <p:cNvSpPr txBox="1"/>
          <p:nvPr/>
        </p:nvSpPr>
        <p:spPr>
          <a:xfrm>
            <a:off x="8707967" y="196441"/>
            <a:ext cx="23988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Aware Refinement</a:t>
            </a:r>
          </a:p>
        </p:txBody>
      </p:sp>
      <p:sp>
        <p:nvSpPr>
          <p:cNvPr id="418" name="文本框 417">
            <a:extLst>
              <a:ext uri="{FF2B5EF4-FFF2-40B4-BE49-F238E27FC236}">
                <a16:creationId xmlns:a16="http://schemas.microsoft.com/office/drawing/2014/main" id="{433C0D5D-BB32-930B-4886-F5D9A81C474D}"/>
              </a:ext>
            </a:extLst>
          </p:cNvPr>
          <p:cNvSpPr txBox="1"/>
          <p:nvPr/>
        </p:nvSpPr>
        <p:spPr>
          <a:xfrm>
            <a:off x="9002359" y="2211615"/>
            <a:ext cx="1762021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Residual </a:t>
            </a:r>
          </a:p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</a:p>
        </p:txBody>
      </p:sp>
      <p:cxnSp>
        <p:nvCxnSpPr>
          <p:cNvPr id="419" name="连接符: 曲线 418">
            <a:extLst>
              <a:ext uri="{FF2B5EF4-FFF2-40B4-BE49-F238E27FC236}">
                <a16:creationId xmlns:a16="http://schemas.microsoft.com/office/drawing/2014/main" id="{D25CEEC5-4B4F-BD17-3084-9306402B2DE0}"/>
              </a:ext>
            </a:extLst>
          </p:cNvPr>
          <p:cNvCxnSpPr>
            <a:cxnSpLocks/>
            <a:stCxn id="165" idx="1"/>
            <a:endCxn id="417" idx="1"/>
          </p:cNvCxnSpPr>
          <p:nvPr/>
        </p:nvCxnSpPr>
        <p:spPr>
          <a:xfrm flipV="1">
            <a:off x="8220626" y="488829"/>
            <a:ext cx="487341" cy="2948821"/>
          </a:xfrm>
          <a:prstGeom prst="curved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4" name="文本框 423">
            <a:extLst>
              <a:ext uri="{FF2B5EF4-FFF2-40B4-BE49-F238E27FC236}">
                <a16:creationId xmlns:a16="http://schemas.microsoft.com/office/drawing/2014/main" id="{19714EB2-55FF-CCE2-604C-507BDEC58123}"/>
              </a:ext>
            </a:extLst>
          </p:cNvPr>
          <p:cNvSpPr txBox="1"/>
          <p:nvPr/>
        </p:nvSpPr>
        <p:spPr>
          <a:xfrm>
            <a:off x="8686696" y="3415335"/>
            <a:ext cx="235478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</p:txBody>
      </p:sp>
      <p:grpSp>
        <p:nvGrpSpPr>
          <p:cNvPr id="501" name="组合 500">
            <a:extLst>
              <a:ext uri="{FF2B5EF4-FFF2-40B4-BE49-F238E27FC236}">
                <a16:creationId xmlns:a16="http://schemas.microsoft.com/office/drawing/2014/main" id="{A483E945-29D9-4D71-3C14-22D5FAE170F2}"/>
              </a:ext>
            </a:extLst>
          </p:cNvPr>
          <p:cNvGrpSpPr/>
          <p:nvPr/>
        </p:nvGrpSpPr>
        <p:grpSpPr>
          <a:xfrm>
            <a:off x="9451813" y="3856501"/>
            <a:ext cx="722146" cy="391000"/>
            <a:chOff x="6061402" y="1299187"/>
            <a:chExt cx="555413" cy="284480"/>
          </a:xfrm>
        </p:grpSpPr>
        <p:sp>
          <p:nvSpPr>
            <p:cNvPr id="502" name="任意多边形: 形状 501">
              <a:extLst>
                <a:ext uri="{FF2B5EF4-FFF2-40B4-BE49-F238E27FC236}">
                  <a16:creationId xmlns:a16="http://schemas.microsoft.com/office/drawing/2014/main" id="{BFF1D722-1716-F55D-4F1C-A2A1C91D5A3C}"/>
                </a:ext>
              </a:extLst>
            </p:cNvPr>
            <p:cNvSpPr/>
            <p:nvPr/>
          </p:nvSpPr>
          <p:spPr>
            <a:xfrm>
              <a:off x="6095269" y="1333054"/>
              <a:ext cx="243840" cy="13546"/>
            </a:xfrm>
            <a:custGeom>
              <a:avLst/>
              <a:gdLst>
                <a:gd name="connsiteX0" fmla="*/ 0 w 243840"/>
                <a:gd name="connsiteY0" fmla="*/ 13547 h 13546"/>
                <a:gd name="connsiteX1" fmla="*/ 243840 w 243840"/>
                <a:gd name="connsiteY1" fmla="*/ 0 h 13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13546">
                  <a:moveTo>
                    <a:pt x="0" y="13547"/>
                  </a:moveTo>
                  <a:lnTo>
                    <a:pt x="243840" y="0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3" name="任意多边形: 形状 502">
              <a:extLst>
                <a:ext uri="{FF2B5EF4-FFF2-40B4-BE49-F238E27FC236}">
                  <a16:creationId xmlns:a16="http://schemas.microsoft.com/office/drawing/2014/main" id="{F2607176-0246-826C-A59E-EC470F1EACAC}"/>
                </a:ext>
              </a:extLst>
            </p:cNvPr>
            <p:cNvSpPr/>
            <p:nvPr/>
          </p:nvSpPr>
          <p:spPr>
            <a:xfrm>
              <a:off x="6095269" y="1346600"/>
              <a:ext cx="243840" cy="94826"/>
            </a:xfrm>
            <a:custGeom>
              <a:avLst/>
              <a:gdLst>
                <a:gd name="connsiteX0" fmla="*/ 0 w 243840"/>
                <a:gd name="connsiteY0" fmla="*/ 0 h 94826"/>
                <a:gd name="connsiteX1" fmla="*/ 243840 w 243840"/>
                <a:gd name="connsiteY1" fmla="*/ 94827 h 94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94826">
                  <a:moveTo>
                    <a:pt x="0" y="0"/>
                  </a:moveTo>
                  <a:lnTo>
                    <a:pt x="243840" y="94827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4" name="任意多边形: 形状 503">
              <a:extLst>
                <a:ext uri="{FF2B5EF4-FFF2-40B4-BE49-F238E27FC236}">
                  <a16:creationId xmlns:a16="http://schemas.microsoft.com/office/drawing/2014/main" id="{8F0B5FD6-07EC-7009-834F-CA0D6E8497F3}"/>
                </a:ext>
              </a:extLst>
            </p:cNvPr>
            <p:cNvSpPr/>
            <p:nvPr/>
          </p:nvSpPr>
          <p:spPr>
            <a:xfrm>
              <a:off x="6095269" y="1346600"/>
              <a:ext cx="243840" cy="203199"/>
            </a:xfrm>
            <a:custGeom>
              <a:avLst/>
              <a:gdLst>
                <a:gd name="connsiteX0" fmla="*/ 0 w 243840"/>
                <a:gd name="connsiteY0" fmla="*/ 0 h 203199"/>
                <a:gd name="connsiteX1" fmla="*/ 243840 w 243840"/>
                <a:gd name="connsiteY1" fmla="*/ 203200 h 203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203199">
                  <a:moveTo>
                    <a:pt x="0" y="0"/>
                  </a:moveTo>
                  <a:lnTo>
                    <a:pt x="243840" y="203200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5" name="任意多边形: 形状 504">
              <a:extLst>
                <a:ext uri="{FF2B5EF4-FFF2-40B4-BE49-F238E27FC236}">
                  <a16:creationId xmlns:a16="http://schemas.microsoft.com/office/drawing/2014/main" id="{93D1A0D6-BEFE-D387-AE00-D3C093774D21}"/>
                </a:ext>
              </a:extLst>
            </p:cNvPr>
            <p:cNvSpPr/>
            <p:nvPr/>
          </p:nvSpPr>
          <p:spPr>
            <a:xfrm>
              <a:off x="6095269" y="1333054"/>
              <a:ext cx="243840" cy="108373"/>
            </a:xfrm>
            <a:custGeom>
              <a:avLst/>
              <a:gdLst>
                <a:gd name="connsiteX0" fmla="*/ 0 w 243840"/>
                <a:gd name="connsiteY0" fmla="*/ 108373 h 108373"/>
                <a:gd name="connsiteX1" fmla="*/ 243840 w 243840"/>
                <a:gd name="connsiteY1" fmla="*/ 0 h 10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108373">
                  <a:moveTo>
                    <a:pt x="0" y="108373"/>
                  </a:moveTo>
                  <a:lnTo>
                    <a:pt x="243840" y="0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6" name="任意多边形: 形状 505">
              <a:extLst>
                <a:ext uri="{FF2B5EF4-FFF2-40B4-BE49-F238E27FC236}">
                  <a16:creationId xmlns:a16="http://schemas.microsoft.com/office/drawing/2014/main" id="{241C93E5-DED4-7C9B-7984-FD0AFE69C608}"/>
                </a:ext>
              </a:extLst>
            </p:cNvPr>
            <p:cNvSpPr/>
            <p:nvPr/>
          </p:nvSpPr>
          <p:spPr>
            <a:xfrm>
              <a:off x="6095269" y="1441427"/>
              <a:ext cx="243840" cy="6773"/>
            </a:xfrm>
            <a:custGeom>
              <a:avLst/>
              <a:gdLst>
                <a:gd name="connsiteX0" fmla="*/ 0 w 243840"/>
                <a:gd name="connsiteY0" fmla="*/ 0 h 6773"/>
                <a:gd name="connsiteX1" fmla="*/ 243840 w 243840"/>
                <a:gd name="connsiteY1" fmla="*/ 0 h 6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6773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7" name="任意多边形: 形状 506">
              <a:extLst>
                <a:ext uri="{FF2B5EF4-FFF2-40B4-BE49-F238E27FC236}">
                  <a16:creationId xmlns:a16="http://schemas.microsoft.com/office/drawing/2014/main" id="{FEBD42B4-D5FC-5826-FF68-9EFDC61970B8}"/>
                </a:ext>
              </a:extLst>
            </p:cNvPr>
            <p:cNvSpPr/>
            <p:nvPr/>
          </p:nvSpPr>
          <p:spPr>
            <a:xfrm>
              <a:off x="6095269" y="1441427"/>
              <a:ext cx="243840" cy="108373"/>
            </a:xfrm>
            <a:custGeom>
              <a:avLst/>
              <a:gdLst>
                <a:gd name="connsiteX0" fmla="*/ 0 w 243840"/>
                <a:gd name="connsiteY0" fmla="*/ 0 h 108373"/>
                <a:gd name="connsiteX1" fmla="*/ 243840 w 243840"/>
                <a:gd name="connsiteY1" fmla="*/ 108373 h 10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108373">
                  <a:moveTo>
                    <a:pt x="0" y="0"/>
                  </a:moveTo>
                  <a:lnTo>
                    <a:pt x="243840" y="108373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8" name="任意多边形: 形状 507">
              <a:extLst>
                <a:ext uri="{FF2B5EF4-FFF2-40B4-BE49-F238E27FC236}">
                  <a16:creationId xmlns:a16="http://schemas.microsoft.com/office/drawing/2014/main" id="{F0B5E74F-BC88-FA35-3D8B-80AD2C9F17CF}"/>
                </a:ext>
              </a:extLst>
            </p:cNvPr>
            <p:cNvSpPr/>
            <p:nvPr/>
          </p:nvSpPr>
          <p:spPr>
            <a:xfrm>
              <a:off x="6095269" y="1333054"/>
              <a:ext cx="243840" cy="203199"/>
            </a:xfrm>
            <a:custGeom>
              <a:avLst/>
              <a:gdLst>
                <a:gd name="connsiteX0" fmla="*/ 0 w 243840"/>
                <a:gd name="connsiteY0" fmla="*/ 203200 h 203199"/>
                <a:gd name="connsiteX1" fmla="*/ 243840 w 243840"/>
                <a:gd name="connsiteY1" fmla="*/ 0 h 203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203199">
                  <a:moveTo>
                    <a:pt x="0" y="203200"/>
                  </a:moveTo>
                  <a:lnTo>
                    <a:pt x="243840" y="0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9" name="任意多边形: 形状 508">
              <a:extLst>
                <a:ext uri="{FF2B5EF4-FFF2-40B4-BE49-F238E27FC236}">
                  <a16:creationId xmlns:a16="http://schemas.microsoft.com/office/drawing/2014/main" id="{CF286A9B-61BF-0D8A-796D-5290CD7814E8}"/>
                </a:ext>
              </a:extLst>
            </p:cNvPr>
            <p:cNvSpPr/>
            <p:nvPr/>
          </p:nvSpPr>
          <p:spPr>
            <a:xfrm>
              <a:off x="6095269" y="1441427"/>
              <a:ext cx="243840" cy="94826"/>
            </a:xfrm>
            <a:custGeom>
              <a:avLst/>
              <a:gdLst>
                <a:gd name="connsiteX0" fmla="*/ 0 w 243840"/>
                <a:gd name="connsiteY0" fmla="*/ 94827 h 94826"/>
                <a:gd name="connsiteX1" fmla="*/ 243840 w 243840"/>
                <a:gd name="connsiteY1" fmla="*/ 0 h 94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94826">
                  <a:moveTo>
                    <a:pt x="0" y="94827"/>
                  </a:moveTo>
                  <a:lnTo>
                    <a:pt x="243840" y="0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0" name="任意多边形: 形状 509">
              <a:extLst>
                <a:ext uri="{FF2B5EF4-FFF2-40B4-BE49-F238E27FC236}">
                  <a16:creationId xmlns:a16="http://schemas.microsoft.com/office/drawing/2014/main" id="{42D6B26B-8324-11D2-3C8D-07EF83B7749D}"/>
                </a:ext>
              </a:extLst>
            </p:cNvPr>
            <p:cNvSpPr/>
            <p:nvPr/>
          </p:nvSpPr>
          <p:spPr>
            <a:xfrm>
              <a:off x="6095269" y="1536254"/>
              <a:ext cx="243840" cy="13546"/>
            </a:xfrm>
            <a:custGeom>
              <a:avLst/>
              <a:gdLst>
                <a:gd name="connsiteX0" fmla="*/ 0 w 243840"/>
                <a:gd name="connsiteY0" fmla="*/ 0 h 13546"/>
                <a:gd name="connsiteX1" fmla="*/ 243840 w 243840"/>
                <a:gd name="connsiteY1" fmla="*/ 13547 h 13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13546">
                  <a:moveTo>
                    <a:pt x="0" y="0"/>
                  </a:moveTo>
                  <a:lnTo>
                    <a:pt x="243840" y="13547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1" name="任意多边形: 形状 510">
              <a:extLst>
                <a:ext uri="{FF2B5EF4-FFF2-40B4-BE49-F238E27FC236}">
                  <a16:creationId xmlns:a16="http://schemas.microsoft.com/office/drawing/2014/main" id="{ED7EB4A5-60D6-6AC6-A33B-1A38132A8EBA}"/>
                </a:ext>
              </a:extLst>
            </p:cNvPr>
            <p:cNvSpPr/>
            <p:nvPr/>
          </p:nvSpPr>
          <p:spPr>
            <a:xfrm>
              <a:off x="6339109" y="1333054"/>
              <a:ext cx="243840" cy="54186"/>
            </a:xfrm>
            <a:custGeom>
              <a:avLst/>
              <a:gdLst>
                <a:gd name="connsiteX0" fmla="*/ 0 w 243840"/>
                <a:gd name="connsiteY0" fmla="*/ 0 h 54186"/>
                <a:gd name="connsiteX1" fmla="*/ 243840 w 243840"/>
                <a:gd name="connsiteY1" fmla="*/ 54187 h 54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54186">
                  <a:moveTo>
                    <a:pt x="0" y="0"/>
                  </a:moveTo>
                  <a:lnTo>
                    <a:pt x="243840" y="54187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2" name="任意多边形: 形状 511">
              <a:extLst>
                <a:ext uri="{FF2B5EF4-FFF2-40B4-BE49-F238E27FC236}">
                  <a16:creationId xmlns:a16="http://schemas.microsoft.com/office/drawing/2014/main" id="{EAAD05F4-C990-B86B-DF4F-C458498BC60F}"/>
                </a:ext>
              </a:extLst>
            </p:cNvPr>
            <p:cNvSpPr/>
            <p:nvPr/>
          </p:nvSpPr>
          <p:spPr>
            <a:xfrm>
              <a:off x="6339109" y="1333054"/>
              <a:ext cx="243840" cy="162559"/>
            </a:xfrm>
            <a:custGeom>
              <a:avLst/>
              <a:gdLst>
                <a:gd name="connsiteX0" fmla="*/ 0 w 243840"/>
                <a:gd name="connsiteY0" fmla="*/ 0 h 162559"/>
                <a:gd name="connsiteX1" fmla="*/ 243840 w 243840"/>
                <a:gd name="connsiteY1" fmla="*/ 162560 h 162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162559">
                  <a:moveTo>
                    <a:pt x="0" y="0"/>
                  </a:moveTo>
                  <a:lnTo>
                    <a:pt x="243840" y="162560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3" name="任意多边形: 形状 512">
              <a:extLst>
                <a:ext uri="{FF2B5EF4-FFF2-40B4-BE49-F238E27FC236}">
                  <a16:creationId xmlns:a16="http://schemas.microsoft.com/office/drawing/2014/main" id="{71E29D65-6D4E-54B1-360F-28B9F98440BD}"/>
                </a:ext>
              </a:extLst>
            </p:cNvPr>
            <p:cNvSpPr/>
            <p:nvPr/>
          </p:nvSpPr>
          <p:spPr>
            <a:xfrm>
              <a:off x="6339109" y="1387240"/>
              <a:ext cx="243840" cy="54186"/>
            </a:xfrm>
            <a:custGeom>
              <a:avLst/>
              <a:gdLst>
                <a:gd name="connsiteX0" fmla="*/ 0 w 243840"/>
                <a:gd name="connsiteY0" fmla="*/ 54187 h 54186"/>
                <a:gd name="connsiteX1" fmla="*/ 243840 w 243840"/>
                <a:gd name="connsiteY1" fmla="*/ 0 h 54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54186">
                  <a:moveTo>
                    <a:pt x="0" y="54187"/>
                  </a:moveTo>
                  <a:lnTo>
                    <a:pt x="243840" y="0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4" name="任意多边形: 形状 513">
              <a:extLst>
                <a:ext uri="{FF2B5EF4-FFF2-40B4-BE49-F238E27FC236}">
                  <a16:creationId xmlns:a16="http://schemas.microsoft.com/office/drawing/2014/main" id="{56913B2F-0266-B6A1-08CE-2036376E4904}"/>
                </a:ext>
              </a:extLst>
            </p:cNvPr>
            <p:cNvSpPr/>
            <p:nvPr/>
          </p:nvSpPr>
          <p:spPr>
            <a:xfrm>
              <a:off x="6339109" y="1441427"/>
              <a:ext cx="243840" cy="54186"/>
            </a:xfrm>
            <a:custGeom>
              <a:avLst/>
              <a:gdLst>
                <a:gd name="connsiteX0" fmla="*/ 0 w 243840"/>
                <a:gd name="connsiteY0" fmla="*/ 0 h 54186"/>
                <a:gd name="connsiteX1" fmla="*/ 243840 w 243840"/>
                <a:gd name="connsiteY1" fmla="*/ 54187 h 54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54186">
                  <a:moveTo>
                    <a:pt x="0" y="0"/>
                  </a:moveTo>
                  <a:lnTo>
                    <a:pt x="243840" y="54187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5" name="任意多边形: 形状 514">
              <a:extLst>
                <a:ext uri="{FF2B5EF4-FFF2-40B4-BE49-F238E27FC236}">
                  <a16:creationId xmlns:a16="http://schemas.microsoft.com/office/drawing/2014/main" id="{E302E30D-6672-A728-3A19-30E6D6DB140F}"/>
                </a:ext>
              </a:extLst>
            </p:cNvPr>
            <p:cNvSpPr/>
            <p:nvPr/>
          </p:nvSpPr>
          <p:spPr>
            <a:xfrm>
              <a:off x="6339109" y="1387240"/>
              <a:ext cx="243840" cy="162559"/>
            </a:xfrm>
            <a:custGeom>
              <a:avLst/>
              <a:gdLst>
                <a:gd name="connsiteX0" fmla="*/ 0 w 243840"/>
                <a:gd name="connsiteY0" fmla="*/ 162560 h 162559"/>
                <a:gd name="connsiteX1" fmla="*/ 243840 w 243840"/>
                <a:gd name="connsiteY1" fmla="*/ 0 h 162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162559">
                  <a:moveTo>
                    <a:pt x="0" y="162560"/>
                  </a:moveTo>
                  <a:lnTo>
                    <a:pt x="243840" y="0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6" name="任意多边形: 形状 515">
              <a:extLst>
                <a:ext uri="{FF2B5EF4-FFF2-40B4-BE49-F238E27FC236}">
                  <a16:creationId xmlns:a16="http://schemas.microsoft.com/office/drawing/2014/main" id="{D786AD57-8859-09CB-AC32-914E915E940A}"/>
                </a:ext>
              </a:extLst>
            </p:cNvPr>
            <p:cNvSpPr/>
            <p:nvPr/>
          </p:nvSpPr>
          <p:spPr>
            <a:xfrm>
              <a:off x="6339109" y="1495614"/>
              <a:ext cx="243840" cy="54186"/>
            </a:xfrm>
            <a:custGeom>
              <a:avLst/>
              <a:gdLst>
                <a:gd name="connsiteX0" fmla="*/ 0 w 243840"/>
                <a:gd name="connsiteY0" fmla="*/ 54187 h 54186"/>
                <a:gd name="connsiteX1" fmla="*/ 243840 w 243840"/>
                <a:gd name="connsiteY1" fmla="*/ 0 h 54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40" h="54186">
                  <a:moveTo>
                    <a:pt x="0" y="54187"/>
                  </a:moveTo>
                  <a:lnTo>
                    <a:pt x="243840" y="0"/>
                  </a:lnTo>
                </a:path>
              </a:pathLst>
            </a:custGeom>
            <a:ln w="5419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7" name="任意多边形: 形状 516">
              <a:extLst>
                <a:ext uri="{FF2B5EF4-FFF2-40B4-BE49-F238E27FC236}">
                  <a16:creationId xmlns:a16="http://schemas.microsoft.com/office/drawing/2014/main" id="{30515A31-4040-C522-F51D-0A1A0158EDFF}"/>
                </a:ext>
              </a:extLst>
            </p:cNvPr>
            <p:cNvSpPr/>
            <p:nvPr/>
          </p:nvSpPr>
          <p:spPr>
            <a:xfrm>
              <a:off x="6061402" y="1312734"/>
              <a:ext cx="67733" cy="67733"/>
            </a:xfrm>
            <a:custGeom>
              <a:avLst/>
              <a:gdLst>
                <a:gd name="connsiteX0" fmla="*/ 67733 w 67733"/>
                <a:gd name="connsiteY0" fmla="*/ 33867 h 67733"/>
                <a:gd name="connsiteX1" fmla="*/ 33867 w 67733"/>
                <a:gd name="connsiteY1" fmla="*/ 67733 h 67733"/>
                <a:gd name="connsiteX2" fmla="*/ 0 w 67733"/>
                <a:gd name="connsiteY2" fmla="*/ 33867 h 67733"/>
                <a:gd name="connsiteX3" fmla="*/ 33867 w 67733"/>
                <a:gd name="connsiteY3" fmla="*/ 0 h 67733"/>
                <a:gd name="connsiteX4" fmla="*/ 67733 w 67733"/>
                <a:gd name="connsiteY4" fmla="*/ 33867 h 6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33" h="67733">
                  <a:moveTo>
                    <a:pt x="67733" y="33867"/>
                  </a:moveTo>
                  <a:cubicBezTo>
                    <a:pt x="67733" y="52571"/>
                    <a:pt x="52571" y="67733"/>
                    <a:pt x="33867" y="67733"/>
                  </a:cubicBezTo>
                  <a:cubicBezTo>
                    <a:pt x="15163" y="67733"/>
                    <a:pt x="0" y="52571"/>
                    <a:pt x="0" y="33867"/>
                  </a:cubicBezTo>
                  <a:cubicBezTo>
                    <a:pt x="0" y="15163"/>
                    <a:pt x="15163" y="0"/>
                    <a:pt x="33867" y="0"/>
                  </a:cubicBezTo>
                  <a:cubicBezTo>
                    <a:pt x="52571" y="0"/>
                    <a:pt x="67733" y="15163"/>
                    <a:pt x="67733" y="33867"/>
                  </a:cubicBezTo>
                  <a:close/>
                </a:path>
              </a:pathLst>
            </a:custGeom>
            <a:solidFill>
              <a:srgbClr val="FFFFFF"/>
            </a:solidFill>
            <a:ln w="9483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8" name="任意多边形: 形状 517">
              <a:extLst>
                <a:ext uri="{FF2B5EF4-FFF2-40B4-BE49-F238E27FC236}">
                  <a16:creationId xmlns:a16="http://schemas.microsoft.com/office/drawing/2014/main" id="{1C914987-4FC7-EE6B-FB15-3ECA25B4D6B2}"/>
                </a:ext>
              </a:extLst>
            </p:cNvPr>
            <p:cNvSpPr/>
            <p:nvPr/>
          </p:nvSpPr>
          <p:spPr>
            <a:xfrm>
              <a:off x="6061402" y="1407560"/>
              <a:ext cx="67733" cy="67733"/>
            </a:xfrm>
            <a:custGeom>
              <a:avLst/>
              <a:gdLst>
                <a:gd name="connsiteX0" fmla="*/ 67733 w 67733"/>
                <a:gd name="connsiteY0" fmla="*/ 33867 h 67733"/>
                <a:gd name="connsiteX1" fmla="*/ 33867 w 67733"/>
                <a:gd name="connsiteY1" fmla="*/ 67733 h 67733"/>
                <a:gd name="connsiteX2" fmla="*/ 0 w 67733"/>
                <a:gd name="connsiteY2" fmla="*/ 33867 h 67733"/>
                <a:gd name="connsiteX3" fmla="*/ 33867 w 67733"/>
                <a:gd name="connsiteY3" fmla="*/ 0 h 67733"/>
                <a:gd name="connsiteX4" fmla="*/ 67733 w 67733"/>
                <a:gd name="connsiteY4" fmla="*/ 33867 h 6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33" h="67733">
                  <a:moveTo>
                    <a:pt x="67733" y="33867"/>
                  </a:moveTo>
                  <a:cubicBezTo>
                    <a:pt x="67733" y="52571"/>
                    <a:pt x="52571" y="67733"/>
                    <a:pt x="33867" y="67733"/>
                  </a:cubicBezTo>
                  <a:cubicBezTo>
                    <a:pt x="15163" y="67733"/>
                    <a:pt x="0" y="52571"/>
                    <a:pt x="0" y="33867"/>
                  </a:cubicBezTo>
                  <a:cubicBezTo>
                    <a:pt x="0" y="15163"/>
                    <a:pt x="15163" y="0"/>
                    <a:pt x="33867" y="0"/>
                  </a:cubicBezTo>
                  <a:cubicBezTo>
                    <a:pt x="52571" y="0"/>
                    <a:pt x="67733" y="15163"/>
                    <a:pt x="67733" y="33867"/>
                  </a:cubicBezTo>
                  <a:close/>
                </a:path>
              </a:pathLst>
            </a:custGeom>
            <a:solidFill>
              <a:srgbClr val="FFFFFF"/>
            </a:solidFill>
            <a:ln w="9483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9" name="任意多边形: 形状 518">
              <a:extLst>
                <a:ext uri="{FF2B5EF4-FFF2-40B4-BE49-F238E27FC236}">
                  <a16:creationId xmlns:a16="http://schemas.microsoft.com/office/drawing/2014/main" id="{8BD0A09D-30FC-07F7-4DE6-CEE4D5E35E65}"/>
                </a:ext>
              </a:extLst>
            </p:cNvPr>
            <p:cNvSpPr/>
            <p:nvPr/>
          </p:nvSpPr>
          <p:spPr>
            <a:xfrm>
              <a:off x="6061402" y="1502387"/>
              <a:ext cx="67733" cy="67733"/>
            </a:xfrm>
            <a:custGeom>
              <a:avLst/>
              <a:gdLst>
                <a:gd name="connsiteX0" fmla="*/ 67733 w 67733"/>
                <a:gd name="connsiteY0" fmla="*/ 33867 h 67733"/>
                <a:gd name="connsiteX1" fmla="*/ 33867 w 67733"/>
                <a:gd name="connsiteY1" fmla="*/ 67733 h 67733"/>
                <a:gd name="connsiteX2" fmla="*/ 0 w 67733"/>
                <a:gd name="connsiteY2" fmla="*/ 33867 h 67733"/>
                <a:gd name="connsiteX3" fmla="*/ 33867 w 67733"/>
                <a:gd name="connsiteY3" fmla="*/ 0 h 67733"/>
                <a:gd name="connsiteX4" fmla="*/ 67733 w 67733"/>
                <a:gd name="connsiteY4" fmla="*/ 33867 h 6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33" h="67733">
                  <a:moveTo>
                    <a:pt x="67733" y="33867"/>
                  </a:moveTo>
                  <a:cubicBezTo>
                    <a:pt x="67733" y="52571"/>
                    <a:pt x="52571" y="67733"/>
                    <a:pt x="33867" y="67733"/>
                  </a:cubicBezTo>
                  <a:cubicBezTo>
                    <a:pt x="15163" y="67733"/>
                    <a:pt x="0" y="52571"/>
                    <a:pt x="0" y="33867"/>
                  </a:cubicBezTo>
                  <a:cubicBezTo>
                    <a:pt x="0" y="15163"/>
                    <a:pt x="15163" y="0"/>
                    <a:pt x="33867" y="0"/>
                  </a:cubicBezTo>
                  <a:cubicBezTo>
                    <a:pt x="52571" y="0"/>
                    <a:pt x="67733" y="15163"/>
                    <a:pt x="67733" y="33867"/>
                  </a:cubicBezTo>
                  <a:close/>
                </a:path>
              </a:pathLst>
            </a:custGeom>
            <a:solidFill>
              <a:srgbClr val="FFFFFF"/>
            </a:solidFill>
            <a:ln w="9483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0" name="任意多边形: 形状 519">
              <a:extLst>
                <a:ext uri="{FF2B5EF4-FFF2-40B4-BE49-F238E27FC236}">
                  <a16:creationId xmlns:a16="http://schemas.microsoft.com/office/drawing/2014/main" id="{57D2A07F-C483-FD40-33A5-8474C2425490}"/>
                </a:ext>
              </a:extLst>
            </p:cNvPr>
            <p:cNvSpPr/>
            <p:nvPr/>
          </p:nvSpPr>
          <p:spPr>
            <a:xfrm>
              <a:off x="6305242" y="1299187"/>
              <a:ext cx="67733" cy="67733"/>
            </a:xfrm>
            <a:custGeom>
              <a:avLst/>
              <a:gdLst>
                <a:gd name="connsiteX0" fmla="*/ 67733 w 67733"/>
                <a:gd name="connsiteY0" fmla="*/ 33867 h 67733"/>
                <a:gd name="connsiteX1" fmla="*/ 33867 w 67733"/>
                <a:gd name="connsiteY1" fmla="*/ 67733 h 67733"/>
                <a:gd name="connsiteX2" fmla="*/ 0 w 67733"/>
                <a:gd name="connsiteY2" fmla="*/ 33867 h 67733"/>
                <a:gd name="connsiteX3" fmla="*/ 33867 w 67733"/>
                <a:gd name="connsiteY3" fmla="*/ 0 h 67733"/>
                <a:gd name="connsiteX4" fmla="*/ 67733 w 67733"/>
                <a:gd name="connsiteY4" fmla="*/ 33867 h 6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33" h="67733">
                  <a:moveTo>
                    <a:pt x="67733" y="33867"/>
                  </a:moveTo>
                  <a:cubicBezTo>
                    <a:pt x="67733" y="52571"/>
                    <a:pt x="52571" y="67733"/>
                    <a:pt x="33867" y="67733"/>
                  </a:cubicBezTo>
                  <a:cubicBezTo>
                    <a:pt x="15163" y="67733"/>
                    <a:pt x="0" y="52571"/>
                    <a:pt x="0" y="33867"/>
                  </a:cubicBezTo>
                  <a:cubicBezTo>
                    <a:pt x="0" y="15163"/>
                    <a:pt x="15163" y="0"/>
                    <a:pt x="33867" y="0"/>
                  </a:cubicBezTo>
                  <a:cubicBezTo>
                    <a:pt x="52571" y="0"/>
                    <a:pt x="67733" y="15163"/>
                    <a:pt x="67733" y="33867"/>
                  </a:cubicBezTo>
                  <a:close/>
                </a:path>
              </a:pathLst>
            </a:custGeom>
            <a:solidFill>
              <a:srgbClr val="FFFFFF"/>
            </a:solidFill>
            <a:ln w="9483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1" name="任意多边形: 形状 520">
              <a:extLst>
                <a:ext uri="{FF2B5EF4-FFF2-40B4-BE49-F238E27FC236}">
                  <a16:creationId xmlns:a16="http://schemas.microsoft.com/office/drawing/2014/main" id="{2CACDD95-6D24-DE7F-084B-11EB72B1AF43}"/>
                </a:ext>
              </a:extLst>
            </p:cNvPr>
            <p:cNvSpPr/>
            <p:nvPr/>
          </p:nvSpPr>
          <p:spPr>
            <a:xfrm>
              <a:off x="6305242" y="1407560"/>
              <a:ext cx="67733" cy="67733"/>
            </a:xfrm>
            <a:custGeom>
              <a:avLst/>
              <a:gdLst>
                <a:gd name="connsiteX0" fmla="*/ 67733 w 67733"/>
                <a:gd name="connsiteY0" fmla="*/ 33867 h 67733"/>
                <a:gd name="connsiteX1" fmla="*/ 33867 w 67733"/>
                <a:gd name="connsiteY1" fmla="*/ 67733 h 67733"/>
                <a:gd name="connsiteX2" fmla="*/ 0 w 67733"/>
                <a:gd name="connsiteY2" fmla="*/ 33867 h 67733"/>
                <a:gd name="connsiteX3" fmla="*/ 33867 w 67733"/>
                <a:gd name="connsiteY3" fmla="*/ 0 h 67733"/>
                <a:gd name="connsiteX4" fmla="*/ 67733 w 67733"/>
                <a:gd name="connsiteY4" fmla="*/ 33867 h 6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33" h="67733">
                  <a:moveTo>
                    <a:pt x="67733" y="33867"/>
                  </a:moveTo>
                  <a:cubicBezTo>
                    <a:pt x="67733" y="52571"/>
                    <a:pt x="52571" y="67733"/>
                    <a:pt x="33867" y="67733"/>
                  </a:cubicBezTo>
                  <a:cubicBezTo>
                    <a:pt x="15163" y="67733"/>
                    <a:pt x="0" y="52571"/>
                    <a:pt x="0" y="33867"/>
                  </a:cubicBezTo>
                  <a:cubicBezTo>
                    <a:pt x="0" y="15163"/>
                    <a:pt x="15163" y="0"/>
                    <a:pt x="33867" y="0"/>
                  </a:cubicBezTo>
                  <a:cubicBezTo>
                    <a:pt x="52571" y="0"/>
                    <a:pt x="67733" y="15163"/>
                    <a:pt x="67733" y="33867"/>
                  </a:cubicBezTo>
                  <a:close/>
                </a:path>
              </a:pathLst>
            </a:custGeom>
            <a:solidFill>
              <a:srgbClr val="FFFFFF"/>
            </a:solidFill>
            <a:ln w="9483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2" name="任意多边形: 形状 521">
              <a:extLst>
                <a:ext uri="{FF2B5EF4-FFF2-40B4-BE49-F238E27FC236}">
                  <a16:creationId xmlns:a16="http://schemas.microsoft.com/office/drawing/2014/main" id="{2E4574C0-0D30-F3A6-E21A-93F60AFBBC93}"/>
                </a:ext>
              </a:extLst>
            </p:cNvPr>
            <p:cNvSpPr/>
            <p:nvPr/>
          </p:nvSpPr>
          <p:spPr>
            <a:xfrm>
              <a:off x="6305242" y="1515934"/>
              <a:ext cx="67733" cy="67733"/>
            </a:xfrm>
            <a:custGeom>
              <a:avLst/>
              <a:gdLst>
                <a:gd name="connsiteX0" fmla="*/ 67733 w 67733"/>
                <a:gd name="connsiteY0" fmla="*/ 33867 h 67733"/>
                <a:gd name="connsiteX1" fmla="*/ 33867 w 67733"/>
                <a:gd name="connsiteY1" fmla="*/ 67733 h 67733"/>
                <a:gd name="connsiteX2" fmla="*/ 0 w 67733"/>
                <a:gd name="connsiteY2" fmla="*/ 33867 h 67733"/>
                <a:gd name="connsiteX3" fmla="*/ 33867 w 67733"/>
                <a:gd name="connsiteY3" fmla="*/ 0 h 67733"/>
                <a:gd name="connsiteX4" fmla="*/ 67733 w 67733"/>
                <a:gd name="connsiteY4" fmla="*/ 33867 h 6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33" h="67733">
                  <a:moveTo>
                    <a:pt x="67733" y="33867"/>
                  </a:moveTo>
                  <a:cubicBezTo>
                    <a:pt x="67733" y="52571"/>
                    <a:pt x="52571" y="67733"/>
                    <a:pt x="33867" y="67733"/>
                  </a:cubicBezTo>
                  <a:cubicBezTo>
                    <a:pt x="15163" y="67733"/>
                    <a:pt x="0" y="52571"/>
                    <a:pt x="0" y="33867"/>
                  </a:cubicBezTo>
                  <a:cubicBezTo>
                    <a:pt x="0" y="15163"/>
                    <a:pt x="15163" y="0"/>
                    <a:pt x="33867" y="0"/>
                  </a:cubicBezTo>
                  <a:cubicBezTo>
                    <a:pt x="52571" y="0"/>
                    <a:pt x="67733" y="15163"/>
                    <a:pt x="67733" y="33867"/>
                  </a:cubicBezTo>
                  <a:close/>
                </a:path>
              </a:pathLst>
            </a:custGeom>
            <a:solidFill>
              <a:srgbClr val="FFFFFF"/>
            </a:solidFill>
            <a:ln w="9483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3" name="任意多边形: 形状 522">
              <a:extLst>
                <a:ext uri="{FF2B5EF4-FFF2-40B4-BE49-F238E27FC236}">
                  <a16:creationId xmlns:a16="http://schemas.microsoft.com/office/drawing/2014/main" id="{1412B2AE-73FE-D167-1B38-9E575DFD5B2D}"/>
                </a:ext>
              </a:extLst>
            </p:cNvPr>
            <p:cNvSpPr/>
            <p:nvPr/>
          </p:nvSpPr>
          <p:spPr>
            <a:xfrm>
              <a:off x="6549082" y="1353374"/>
              <a:ext cx="67733" cy="67733"/>
            </a:xfrm>
            <a:custGeom>
              <a:avLst/>
              <a:gdLst>
                <a:gd name="connsiteX0" fmla="*/ 67733 w 67733"/>
                <a:gd name="connsiteY0" fmla="*/ 33867 h 67733"/>
                <a:gd name="connsiteX1" fmla="*/ 33867 w 67733"/>
                <a:gd name="connsiteY1" fmla="*/ 67733 h 67733"/>
                <a:gd name="connsiteX2" fmla="*/ 0 w 67733"/>
                <a:gd name="connsiteY2" fmla="*/ 33867 h 67733"/>
                <a:gd name="connsiteX3" fmla="*/ 33867 w 67733"/>
                <a:gd name="connsiteY3" fmla="*/ 0 h 67733"/>
                <a:gd name="connsiteX4" fmla="*/ 67733 w 67733"/>
                <a:gd name="connsiteY4" fmla="*/ 33867 h 6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33" h="67733">
                  <a:moveTo>
                    <a:pt x="67733" y="33867"/>
                  </a:moveTo>
                  <a:cubicBezTo>
                    <a:pt x="67733" y="52571"/>
                    <a:pt x="52571" y="67733"/>
                    <a:pt x="33867" y="67733"/>
                  </a:cubicBezTo>
                  <a:cubicBezTo>
                    <a:pt x="15163" y="67733"/>
                    <a:pt x="0" y="52571"/>
                    <a:pt x="0" y="33867"/>
                  </a:cubicBezTo>
                  <a:cubicBezTo>
                    <a:pt x="0" y="15163"/>
                    <a:pt x="15163" y="0"/>
                    <a:pt x="33867" y="0"/>
                  </a:cubicBezTo>
                  <a:cubicBezTo>
                    <a:pt x="52571" y="0"/>
                    <a:pt x="67733" y="15163"/>
                    <a:pt x="67733" y="33867"/>
                  </a:cubicBezTo>
                  <a:close/>
                </a:path>
              </a:pathLst>
            </a:custGeom>
            <a:solidFill>
              <a:srgbClr val="FFFFFF"/>
            </a:solidFill>
            <a:ln w="9483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4" name="任意多边形: 形状 523">
              <a:extLst>
                <a:ext uri="{FF2B5EF4-FFF2-40B4-BE49-F238E27FC236}">
                  <a16:creationId xmlns:a16="http://schemas.microsoft.com/office/drawing/2014/main" id="{0A0EF1E1-420B-7BA6-401C-DDFB3650AD82}"/>
                </a:ext>
              </a:extLst>
            </p:cNvPr>
            <p:cNvSpPr/>
            <p:nvPr/>
          </p:nvSpPr>
          <p:spPr>
            <a:xfrm>
              <a:off x="6549082" y="1461747"/>
              <a:ext cx="67733" cy="67733"/>
            </a:xfrm>
            <a:custGeom>
              <a:avLst/>
              <a:gdLst>
                <a:gd name="connsiteX0" fmla="*/ 67733 w 67733"/>
                <a:gd name="connsiteY0" fmla="*/ 33867 h 67733"/>
                <a:gd name="connsiteX1" fmla="*/ 33867 w 67733"/>
                <a:gd name="connsiteY1" fmla="*/ 67733 h 67733"/>
                <a:gd name="connsiteX2" fmla="*/ 0 w 67733"/>
                <a:gd name="connsiteY2" fmla="*/ 33867 h 67733"/>
                <a:gd name="connsiteX3" fmla="*/ 33867 w 67733"/>
                <a:gd name="connsiteY3" fmla="*/ 0 h 67733"/>
                <a:gd name="connsiteX4" fmla="*/ 67733 w 67733"/>
                <a:gd name="connsiteY4" fmla="*/ 33867 h 6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33" h="67733">
                  <a:moveTo>
                    <a:pt x="67733" y="33867"/>
                  </a:moveTo>
                  <a:cubicBezTo>
                    <a:pt x="67733" y="52571"/>
                    <a:pt x="52571" y="67733"/>
                    <a:pt x="33867" y="67733"/>
                  </a:cubicBezTo>
                  <a:cubicBezTo>
                    <a:pt x="15163" y="67733"/>
                    <a:pt x="0" y="52571"/>
                    <a:pt x="0" y="33867"/>
                  </a:cubicBezTo>
                  <a:cubicBezTo>
                    <a:pt x="0" y="15163"/>
                    <a:pt x="15163" y="0"/>
                    <a:pt x="33867" y="0"/>
                  </a:cubicBezTo>
                  <a:cubicBezTo>
                    <a:pt x="52571" y="0"/>
                    <a:pt x="67733" y="15163"/>
                    <a:pt x="67733" y="33867"/>
                  </a:cubicBezTo>
                  <a:close/>
                </a:path>
              </a:pathLst>
            </a:custGeom>
            <a:solidFill>
              <a:srgbClr val="FFFFFF"/>
            </a:solidFill>
            <a:ln w="9483" cap="flat">
              <a:solidFill>
                <a:srgbClr val="66708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8" name="文本框 527">
            <a:extLst>
              <a:ext uri="{FF2B5EF4-FFF2-40B4-BE49-F238E27FC236}">
                <a16:creationId xmlns:a16="http://schemas.microsoft.com/office/drawing/2014/main" id="{EB04F841-5E95-148B-CCC0-E1F7A826FEBF}"/>
              </a:ext>
            </a:extLst>
          </p:cNvPr>
          <p:cNvSpPr txBox="1"/>
          <p:nvPr/>
        </p:nvSpPr>
        <p:spPr>
          <a:xfrm>
            <a:off x="8932664" y="3846503"/>
            <a:ext cx="489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1" name="文本框 530">
                <a:extLst>
                  <a:ext uri="{FF2B5EF4-FFF2-40B4-BE49-F238E27FC236}">
                    <a16:creationId xmlns:a16="http://schemas.microsoft.com/office/drawing/2014/main" id="{8F535E44-BB6D-F047-A48E-4391775DBDBF}"/>
                  </a:ext>
                </a:extLst>
              </p:cNvPr>
              <p:cNvSpPr txBox="1"/>
              <p:nvPr/>
            </p:nvSpPr>
            <p:spPr>
              <a:xfrm>
                <a:off x="2064027" y="4042251"/>
                <a:ext cx="489943" cy="391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31" name="文本框 530">
                <a:extLst>
                  <a:ext uri="{FF2B5EF4-FFF2-40B4-BE49-F238E27FC236}">
                    <a16:creationId xmlns:a16="http://schemas.microsoft.com/office/drawing/2014/main" id="{8F535E44-BB6D-F047-A48E-4391775DB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4027" y="4042251"/>
                <a:ext cx="489943" cy="391582"/>
              </a:xfrm>
              <a:prstGeom prst="rect">
                <a:avLst/>
              </a:prstGeom>
              <a:blipFill>
                <a:blip r:embed="rId20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6" name="文本框 535">
                <a:extLst>
                  <a:ext uri="{FF2B5EF4-FFF2-40B4-BE49-F238E27FC236}">
                    <a16:creationId xmlns:a16="http://schemas.microsoft.com/office/drawing/2014/main" id="{AE6856F2-994D-40C0-A5EC-52E9C42D47D7}"/>
                  </a:ext>
                </a:extLst>
              </p:cNvPr>
              <p:cNvSpPr txBox="1"/>
              <p:nvPr/>
            </p:nvSpPr>
            <p:spPr>
              <a:xfrm>
                <a:off x="9353152" y="1861349"/>
                <a:ext cx="4899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36" name="文本框 535">
                <a:extLst>
                  <a:ext uri="{FF2B5EF4-FFF2-40B4-BE49-F238E27FC236}">
                    <a16:creationId xmlns:a16="http://schemas.microsoft.com/office/drawing/2014/main" id="{AE6856F2-994D-40C0-A5EC-52E9C42D4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152" y="1861349"/>
                <a:ext cx="489943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7" name="文本框 536">
                <a:extLst>
                  <a:ext uri="{FF2B5EF4-FFF2-40B4-BE49-F238E27FC236}">
                    <a16:creationId xmlns:a16="http://schemas.microsoft.com/office/drawing/2014/main" id="{1942B4F7-3D69-89D3-B2FE-D80503A876EB}"/>
                  </a:ext>
                </a:extLst>
              </p:cNvPr>
              <p:cNvSpPr txBox="1"/>
              <p:nvPr/>
            </p:nvSpPr>
            <p:spPr>
              <a:xfrm>
                <a:off x="10692644" y="2696630"/>
                <a:ext cx="489943" cy="391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37" name="文本框 536">
                <a:extLst>
                  <a:ext uri="{FF2B5EF4-FFF2-40B4-BE49-F238E27FC236}">
                    <a16:creationId xmlns:a16="http://schemas.microsoft.com/office/drawing/2014/main" id="{1942B4F7-3D69-89D3-B2FE-D80503A87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2644" y="2696630"/>
                <a:ext cx="489943" cy="391582"/>
              </a:xfrm>
              <a:prstGeom prst="rect">
                <a:avLst/>
              </a:prstGeom>
              <a:blipFill>
                <a:blip r:embed="rId22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8" name="直接连接符 537">
            <a:extLst>
              <a:ext uri="{FF2B5EF4-FFF2-40B4-BE49-F238E27FC236}">
                <a16:creationId xmlns:a16="http://schemas.microsoft.com/office/drawing/2014/main" id="{B8378653-5475-52D6-9E09-6F47E2DD8547}"/>
              </a:ext>
            </a:extLst>
          </p:cNvPr>
          <p:cNvCxnSpPr>
            <a:cxnSpLocks/>
          </p:cNvCxnSpPr>
          <p:nvPr/>
        </p:nvCxnSpPr>
        <p:spPr>
          <a:xfrm>
            <a:off x="9876611" y="1953509"/>
            <a:ext cx="0" cy="2378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直接箭头连接符 542">
            <a:extLst>
              <a:ext uri="{FF2B5EF4-FFF2-40B4-BE49-F238E27FC236}">
                <a16:creationId xmlns:a16="http://schemas.microsoft.com/office/drawing/2014/main" id="{BD7E96D1-3FB6-F0FD-DC77-CF905D61EF11}"/>
              </a:ext>
            </a:extLst>
          </p:cNvPr>
          <p:cNvCxnSpPr>
            <a:cxnSpLocks/>
          </p:cNvCxnSpPr>
          <p:nvPr/>
        </p:nvCxnSpPr>
        <p:spPr>
          <a:xfrm flipH="1">
            <a:off x="10826658" y="2731468"/>
            <a:ext cx="16290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6" name="文本框 545">
            <a:extLst>
              <a:ext uri="{FF2B5EF4-FFF2-40B4-BE49-F238E27FC236}">
                <a16:creationId xmlns:a16="http://schemas.microsoft.com/office/drawing/2014/main" id="{9E920EC3-60B3-E122-AC4C-2267126E71E9}"/>
              </a:ext>
            </a:extLst>
          </p:cNvPr>
          <p:cNvSpPr txBox="1"/>
          <p:nvPr/>
        </p:nvSpPr>
        <p:spPr>
          <a:xfrm>
            <a:off x="10270515" y="3792724"/>
            <a:ext cx="665567" cy="3000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350" b="1" dirty="0">
                <a:ln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REAL</a:t>
            </a:r>
            <a:endParaRPr lang="zh-CN" altLang="en-US" sz="1350" b="1" dirty="0">
              <a:ln/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  <a:rtl val="0"/>
            </a:endParaRPr>
          </a:p>
        </p:txBody>
      </p:sp>
      <p:cxnSp>
        <p:nvCxnSpPr>
          <p:cNvPr id="556" name="直接箭头连接符 555">
            <a:extLst>
              <a:ext uri="{FF2B5EF4-FFF2-40B4-BE49-F238E27FC236}">
                <a16:creationId xmlns:a16="http://schemas.microsoft.com/office/drawing/2014/main" id="{7545271A-FEA1-DEE9-F12B-BC521F08D467}"/>
              </a:ext>
            </a:extLst>
          </p:cNvPr>
          <p:cNvCxnSpPr>
            <a:cxnSpLocks/>
          </p:cNvCxnSpPr>
          <p:nvPr/>
        </p:nvCxnSpPr>
        <p:spPr>
          <a:xfrm>
            <a:off x="9224240" y="4060297"/>
            <a:ext cx="18358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5" name="任意多边形: 形状 564">
                <a:extLst>
                  <a:ext uri="{FF2B5EF4-FFF2-40B4-BE49-F238E27FC236}">
                    <a16:creationId xmlns:a16="http://schemas.microsoft.com/office/drawing/2014/main" id="{EF55C85B-0B09-E605-5FDD-C9A18EE6678D}"/>
                  </a:ext>
                </a:extLst>
              </p:cNvPr>
              <p:cNvSpPr/>
              <p:nvPr/>
            </p:nvSpPr>
            <p:spPr>
              <a:xfrm>
                <a:off x="10732560" y="4240783"/>
                <a:ext cx="415317" cy="279264"/>
              </a:xfrm>
              <a:custGeom>
                <a:avLst/>
                <a:gdLst>
                  <a:gd name="connsiteX0" fmla="*/ 358987 w 392853"/>
                  <a:gd name="connsiteY0" fmla="*/ 0 h 264159"/>
                  <a:gd name="connsiteX1" fmla="*/ 392853 w 392853"/>
                  <a:gd name="connsiteY1" fmla="*/ 33867 h 264159"/>
                  <a:gd name="connsiteX2" fmla="*/ 392853 w 392853"/>
                  <a:gd name="connsiteY2" fmla="*/ 230293 h 264159"/>
                  <a:gd name="connsiteX3" fmla="*/ 358987 w 392853"/>
                  <a:gd name="connsiteY3" fmla="*/ 264160 h 264159"/>
                  <a:gd name="connsiteX4" fmla="*/ 33867 w 392853"/>
                  <a:gd name="connsiteY4" fmla="*/ 264160 h 264159"/>
                  <a:gd name="connsiteX5" fmla="*/ 0 w 392853"/>
                  <a:gd name="connsiteY5" fmla="*/ 230293 h 264159"/>
                  <a:gd name="connsiteX6" fmla="*/ 0 w 392853"/>
                  <a:gd name="connsiteY6" fmla="*/ 33867 h 264159"/>
                  <a:gd name="connsiteX7" fmla="*/ 33867 w 392853"/>
                  <a:gd name="connsiteY7" fmla="*/ 0 h 264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2853" h="264159">
                    <a:moveTo>
                      <a:pt x="358987" y="0"/>
                    </a:moveTo>
                    <a:cubicBezTo>
                      <a:pt x="377691" y="0"/>
                      <a:pt x="392853" y="15163"/>
                      <a:pt x="392853" y="33867"/>
                    </a:cubicBezTo>
                    <a:lnTo>
                      <a:pt x="392853" y="230293"/>
                    </a:lnTo>
                    <a:cubicBezTo>
                      <a:pt x="392853" y="248997"/>
                      <a:pt x="377691" y="264160"/>
                      <a:pt x="358987" y="264160"/>
                    </a:cubicBezTo>
                    <a:lnTo>
                      <a:pt x="33867" y="264160"/>
                    </a:lnTo>
                    <a:cubicBezTo>
                      <a:pt x="15163" y="264160"/>
                      <a:pt x="0" y="248997"/>
                      <a:pt x="0" y="230293"/>
                    </a:cubicBezTo>
                    <a:lnTo>
                      <a:pt x="0" y="33867"/>
                    </a:lnTo>
                    <a:cubicBezTo>
                      <a:pt x="0" y="15163"/>
                      <a:pt x="15163" y="0"/>
                      <a:pt x="33867" y="0"/>
                    </a:cubicBezTo>
                    <a:close/>
                  </a:path>
                </a:pathLst>
              </a:custGeom>
              <a:noFill/>
              <a:ln w="1016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𝑐𝑙𝑠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5" name="任意多边形: 形状 564">
                <a:extLst>
                  <a:ext uri="{FF2B5EF4-FFF2-40B4-BE49-F238E27FC236}">
                    <a16:creationId xmlns:a16="http://schemas.microsoft.com/office/drawing/2014/main" id="{EF55C85B-0B09-E605-5FDD-C9A18EE667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2560" y="4240783"/>
                <a:ext cx="415317" cy="279264"/>
              </a:xfrm>
              <a:custGeom>
                <a:avLst/>
                <a:gdLst>
                  <a:gd name="connsiteX0" fmla="*/ 358987 w 392853"/>
                  <a:gd name="connsiteY0" fmla="*/ 0 h 264159"/>
                  <a:gd name="connsiteX1" fmla="*/ 392853 w 392853"/>
                  <a:gd name="connsiteY1" fmla="*/ 33867 h 264159"/>
                  <a:gd name="connsiteX2" fmla="*/ 392853 w 392853"/>
                  <a:gd name="connsiteY2" fmla="*/ 230293 h 264159"/>
                  <a:gd name="connsiteX3" fmla="*/ 358987 w 392853"/>
                  <a:gd name="connsiteY3" fmla="*/ 264160 h 264159"/>
                  <a:gd name="connsiteX4" fmla="*/ 33867 w 392853"/>
                  <a:gd name="connsiteY4" fmla="*/ 264160 h 264159"/>
                  <a:gd name="connsiteX5" fmla="*/ 0 w 392853"/>
                  <a:gd name="connsiteY5" fmla="*/ 230293 h 264159"/>
                  <a:gd name="connsiteX6" fmla="*/ 0 w 392853"/>
                  <a:gd name="connsiteY6" fmla="*/ 33867 h 264159"/>
                  <a:gd name="connsiteX7" fmla="*/ 33867 w 392853"/>
                  <a:gd name="connsiteY7" fmla="*/ 0 h 264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2853" h="264159">
                    <a:moveTo>
                      <a:pt x="358987" y="0"/>
                    </a:moveTo>
                    <a:cubicBezTo>
                      <a:pt x="377691" y="0"/>
                      <a:pt x="392853" y="15163"/>
                      <a:pt x="392853" y="33867"/>
                    </a:cubicBezTo>
                    <a:lnTo>
                      <a:pt x="392853" y="230293"/>
                    </a:lnTo>
                    <a:cubicBezTo>
                      <a:pt x="392853" y="248997"/>
                      <a:pt x="377691" y="264160"/>
                      <a:pt x="358987" y="264160"/>
                    </a:cubicBezTo>
                    <a:lnTo>
                      <a:pt x="33867" y="264160"/>
                    </a:lnTo>
                    <a:cubicBezTo>
                      <a:pt x="15163" y="264160"/>
                      <a:pt x="0" y="248997"/>
                      <a:pt x="0" y="230293"/>
                    </a:cubicBezTo>
                    <a:lnTo>
                      <a:pt x="0" y="33867"/>
                    </a:lnTo>
                    <a:cubicBezTo>
                      <a:pt x="0" y="15163"/>
                      <a:pt x="15163" y="0"/>
                      <a:pt x="33867" y="0"/>
                    </a:cubicBezTo>
                    <a:close/>
                  </a:path>
                </a:pathLst>
              </a:custGeom>
              <a:blipFill>
                <a:blip r:embed="rId23"/>
                <a:stretch>
                  <a:fillRect l="-14706" b="-20000"/>
                </a:stretch>
              </a:blipFill>
              <a:ln w="1016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66" name="图片 565">
            <a:extLst>
              <a:ext uri="{FF2B5EF4-FFF2-40B4-BE49-F238E27FC236}">
                <a16:creationId xmlns:a16="http://schemas.microsoft.com/office/drawing/2014/main" id="{44686AB9-638A-7BF8-BE96-67D7AC26CC3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5180" y="4212402"/>
            <a:ext cx="320887" cy="32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276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442</TotalTime>
  <Words>76</Words>
  <Application>Microsoft Office PowerPoint</Application>
  <PresentationFormat>自定义</PresentationFormat>
  <Paragraphs>54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鑫利 王</dc:creator>
  <cp:lastModifiedBy>鑫利 王</cp:lastModifiedBy>
  <cp:revision>32</cp:revision>
  <dcterms:created xsi:type="dcterms:W3CDTF">2026-06-08T01:33:39Z</dcterms:created>
  <dcterms:modified xsi:type="dcterms:W3CDTF">2026-06-10T03:30:11Z</dcterms:modified>
</cp:coreProperties>
</file>